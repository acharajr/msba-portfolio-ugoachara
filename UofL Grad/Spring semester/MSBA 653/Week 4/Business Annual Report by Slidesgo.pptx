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3"/>
  </p:notesMasterIdLst>
  <p:sldIdLst>
    <p:sldId id="256" r:id="rId2"/>
    <p:sldId id="258" r:id="rId3"/>
    <p:sldId id="257" r:id="rId4"/>
    <p:sldId id="314" r:id="rId5"/>
    <p:sldId id="259" r:id="rId6"/>
    <p:sldId id="316" r:id="rId7"/>
    <p:sldId id="317" r:id="rId8"/>
    <p:sldId id="319" r:id="rId9"/>
    <p:sldId id="318" r:id="rId10"/>
    <p:sldId id="263" r:id="rId11"/>
    <p:sldId id="264" r:id="rId12"/>
    <p:sldId id="261" r:id="rId13"/>
    <p:sldId id="275" r:id="rId14"/>
    <p:sldId id="277" r:id="rId15"/>
    <p:sldId id="276" r:id="rId16"/>
    <p:sldId id="265" r:id="rId17"/>
    <p:sldId id="283" r:id="rId18"/>
    <p:sldId id="321" r:id="rId19"/>
    <p:sldId id="280" r:id="rId20"/>
    <p:sldId id="320" r:id="rId21"/>
    <p:sldId id="290" r:id="rId22"/>
  </p:sldIdLst>
  <p:sldSz cx="9144000" cy="5143500" type="screen16x9"/>
  <p:notesSz cx="6858000" cy="9144000"/>
  <p:embeddedFontLst>
    <p:embeddedFont>
      <p:font typeface="Maven Pro" panose="020B0604020202020204" charset="0"/>
      <p:regular r:id="rId24"/>
      <p:bold r:id="rId25"/>
    </p:embeddedFont>
    <p:embeddedFont>
      <p:font typeface="Montserrat"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FCF9F2-9AE2-B249-9957-7FD1DB061147}" v="1757" dt="2026-02-11T00:08:37.385"/>
    <p1510:client id="{7921CD25-5A32-052B-0061-B694F2E0E884}" v="1070" dt="2026-02-10T05:44:57.553"/>
    <p1510:client id="{9306A97B-7E2D-1CA2-CBB7-43D1EFE71E27}" v="197" dt="2026-02-10T20:54:47.771"/>
    <p1510:client id="{B3E942D5-FAA6-E0F7-B4E6-90C7DDB9560F}" v="538" dt="2026-02-10T22:47:43.916"/>
    <p1510:client id="{C329C17C-FA7A-9C91-A08A-5730FE3B22DE}" v="69" dt="2026-02-10T22:14:59.130"/>
    <p1510:client id="{CDFC6B0A-A11B-D761-6694-AD27051E49B0}" v="660" dt="2026-02-10T04:12:37.245"/>
  </p1510:revLst>
</p1510:revInfo>
</file>

<file path=ppt/tableStyles.xml><?xml version="1.0" encoding="utf-8"?>
<a:tblStyleLst xmlns:a="http://schemas.openxmlformats.org/drawingml/2006/main" def="{B4B449A3-08EB-4F43-9188-C903AEF4F423}">
  <a:tblStyle styleId="{B4B449A3-08EB-4F43-9188-C903AEF4F4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7A11BA4-17E7-4F56-B011-1D0C9D69E96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ikunle, Samuel" userId="S::sfibik01@louisville.edu::fa10b687-f585-42eb-849d-32a9baea2847" providerId="AD" clId="Web-{CDFC6B0A-A11B-D761-6694-AD27051E49B0}"/>
    <pc:docChg chg="addSld delSld modSld sldOrd">
      <pc:chgData name="Ibikunle, Samuel" userId="S::sfibik01@louisville.edu::fa10b687-f585-42eb-849d-32a9baea2847" providerId="AD" clId="Web-{CDFC6B0A-A11B-D761-6694-AD27051E49B0}" dt="2026-02-10T04:12:37.245" v="643" actId="20577"/>
      <pc:docMkLst>
        <pc:docMk/>
      </pc:docMkLst>
      <pc:sldChg chg="modSp">
        <pc:chgData name="Ibikunle, Samuel" userId="S::sfibik01@louisville.edu::fa10b687-f585-42eb-849d-32a9baea2847" providerId="AD" clId="Web-{CDFC6B0A-A11B-D761-6694-AD27051E49B0}" dt="2026-02-10T02:57:00.504" v="16" actId="20577"/>
        <pc:sldMkLst>
          <pc:docMk/>
          <pc:sldMk cId="0" sldId="260"/>
        </pc:sldMkLst>
        <pc:spChg chg="mod">
          <ac:chgData name="Ibikunle, Samuel" userId="S::sfibik01@louisville.edu::fa10b687-f585-42eb-849d-32a9baea2847" providerId="AD" clId="Web-{CDFC6B0A-A11B-D761-6694-AD27051E49B0}" dt="2026-02-10T02:57:00.504" v="16" actId="20577"/>
          <ac:spMkLst>
            <pc:docMk/>
            <pc:sldMk cId="0" sldId="260"/>
            <ac:spMk id="1056" creationId="{00000000-0000-0000-0000-000000000000}"/>
          </ac:spMkLst>
        </pc:spChg>
      </pc:sldChg>
      <pc:sldChg chg="addSp modSp">
        <pc:chgData name="Ibikunle, Samuel" userId="S::sfibik01@louisville.edu::fa10b687-f585-42eb-849d-32a9baea2847" providerId="AD" clId="Web-{CDFC6B0A-A11B-D761-6694-AD27051E49B0}" dt="2026-02-10T03:51:42.913" v="501"/>
        <pc:sldMkLst>
          <pc:docMk/>
          <pc:sldMk cId="0" sldId="261"/>
        </pc:sldMkLst>
        <pc:spChg chg="mod">
          <ac:chgData name="Ibikunle, Samuel" userId="S::sfibik01@louisville.edu::fa10b687-f585-42eb-849d-32a9baea2847" providerId="AD" clId="Web-{CDFC6B0A-A11B-D761-6694-AD27051E49B0}" dt="2026-02-10T03:48:56.761" v="484" actId="1076"/>
          <ac:spMkLst>
            <pc:docMk/>
            <pc:sldMk cId="0" sldId="261"/>
            <ac:spMk id="1078" creationId="{00000000-0000-0000-0000-000000000000}"/>
          </ac:spMkLst>
        </pc:spChg>
        <pc:spChg chg="mod">
          <ac:chgData name="Ibikunle, Samuel" userId="S::sfibik01@louisville.edu::fa10b687-f585-42eb-849d-32a9baea2847" providerId="AD" clId="Web-{CDFC6B0A-A11B-D761-6694-AD27051E49B0}" dt="2026-02-10T03:50:05.794" v="492" actId="1076"/>
          <ac:spMkLst>
            <pc:docMk/>
            <pc:sldMk cId="0" sldId="261"/>
            <ac:spMk id="1079" creationId="{00000000-0000-0000-0000-000000000000}"/>
          </ac:spMkLst>
        </pc:spChg>
        <pc:graphicFrameChg chg="add mod modGraphic">
          <ac:chgData name="Ibikunle, Samuel" userId="S::sfibik01@louisville.edu::fa10b687-f585-42eb-849d-32a9baea2847" providerId="AD" clId="Web-{CDFC6B0A-A11B-D761-6694-AD27051E49B0}" dt="2026-02-10T03:51:42.913" v="501"/>
          <ac:graphicFrameMkLst>
            <pc:docMk/>
            <pc:sldMk cId="0" sldId="261"/>
            <ac:graphicFrameMk id="3" creationId="{63C3A9E6-2589-1767-3A8C-A67BBC1396C6}"/>
          </ac:graphicFrameMkLst>
        </pc:graphicFrameChg>
      </pc:sldChg>
      <pc:sldChg chg="modSp ord">
        <pc:chgData name="Ibikunle, Samuel" userId="S::sfibik01@louisville.edu::fa10b687-f585-42eb-849d-32a9baea2847" providerId="AD" clId="Web-{CDFC6B0A-A11B-D761-6694-AD27051E49B0}" dt="2026-02-10T03:16:06.821" v="278" actId="20577"/>
        <pc:sldMkLst>
          <pc:docMk/>
          <pc:sldMk cId="0" sldId="263"/>
        </pc:sldMkLst>
        <pc:spChg chg="mod">
          <ac:chgData name="Ibikunle, Samuel" userId="S::sfibik01@louisville.edu::fa10b687-f585-42eb-849d-32a9baea2847" providerId="AD" clId="Web-{CDFC6B0A-A11B-D761-6694-AD27051E49B0}" dt="2026-02-10T03:04:46.904" v="129" actId="20577"/>
          <ac:spMkLst>
            <pc:docMk/>
            <pc:sldMk cId="0" sldId="263"/>
            <ac:spMk id="1127" creationId="{00000000-0000-0000-0000-000000000000}"/>
          </ac:spMkLst>
        </pc:spChg>
        <pc:spChg chg="mod">
          <ac:chgData name="Ibikunle, Samuel" userId="S::sfibik01@louisville.edu::fa10b687-f585-42eb-849d-32a9baea2847" providerId="AD" clId="Web-{CDFC6B0A-A11B-D761-6694-AD27051E49B0}" dt="2026-02-10T03:16:06.821" v="278" actId="20577"/>
          <ac:spMkLst>
            <pc:docMk/>
            <pc:sldMk cId="0" sldId="263"/>
            <ac:spMk id="1128" creationId="{00000000-0000-0000-0000-000000000000}"/>
          </ac:spMkLst>
        </pc:spChg>
      </pc:sldChg>
      <pc:sldChg chg="modSp ord">
        <pc:chgData name="Ibikunle, Samuel" userId="S::sfibik01@louisville.edu::fa10b687-f585-42eb-849d-32a9baea2847" providerId="AD" clId="Web-{CDFC6B0A-A11B-D761-6694-AD27051E49B0}" dt="2026-02-10T04:12:37.245" v="643" actId="20577"/>
        <pc:sldMkLst>
          <pc:docMk/>
          <pc:sldMk cId="0" sldId="264"/>
        </pc:sldMkLst>
        <pc:spChg chg="mod">
          <ac:chgData name="Ibikunle, Samuel" userId="S::sfibik01@louisville.edu::fa10b687-f585-42eb-849d-32a9baea2847" providerId="AD" clId="Web-{CDFC6B0A-A11B-D761-6694-AD27051E49B0}" dt="2026-02-10T03:37:39.520" v="378" actId="20577"/>
          <ac:spMkLst>
            <pc:docMk/>
            <pc:sldMk cId="0" sldId="264"/>
            <ac:spMk id="1151" creationId="{00000000-0000-0000-0000-000000000000}"/>
          </ac:spMkLst>
        </pc:spChg>
        <pc:spChg chg="mod">
          <ac:chgData name="Ibikunle, Samuel" userId="S::sfibik01@louisville.edu::fa10b687-f585-42eb-849d-32a9baea2847" providerId="AD" clId="Web-{CDFC6B0A-A11B-D761-6694-AD27051E49B0}" dt="2026-02-10T04:05:18.062" v="577" actId="20577"/>
          <ac:spMkLst>
            <pc:docMk/>
            <pc:sldMk cId="0" sldId="264"/>
            <ac:spMk id="1152" creationId="{00000000-0000-0000-0000-000000000000}"/>
          </ac:spMkLst>
        </pc:spChg>
        <pc:spChg chg="mod">
          <ac:chgData name="Ibikunle, Samuel" userId="S::sfibik01@louisville.edu::fa10b687-f585-42eb-849d-32a9baea2847" providerId="AD" clId="Web-{CDFC6B0A-A11B-D761-6694-AD27051E49B0}" dt="2026-02-10T04:12:37.245" v="643" actId="20577"/>
          <ac:spMkLst>
            <pc:docMk/>
            <pc:sldMk cId="0" sldId="264"/>
            <ac:spMk id="1153" creationId="{00000000-0000-0000-0000-000000000000}"/>
          </ac:spMkLst>
        </pc:spChg>
        <pc:spChg chg="mod">
          <ac:chgData name="Ibikunle, Samuel" userId="S::sfibik01@louisville.edu::fa10b687-f585-42eb-849d-32a9baea2847" providerId="AD" clId="Web-{CDFC6B0A-A11B-D761-6694-AD27051E49B0}" dt="2026-02-10T03:41:50.840" v="454" actId="20577"/>
          <ac:spMkLst>
            <pc:docMk/>
            <pc:sldMk cId="0" sldId="264"/>
            <ac:spMk id="1154" creationId="{00000000-0000-0000-0000-000000000000}"/>
          </ac:spMkLst>
        </pc:spChg>
        <pc:spChg chg="mod">
          <ac:chgData name="Ibikunle, Samuel" userId="S::sfibik01@louisville.edu::fa10b687-f585-42eb-849d-32a9baea2847" providerId="AD" clId="Web-{CDFC6B0A-A11B-D761-6694-AD27051E49B0}" dt="2026-02-10T03:38:27.588" v="437" actId="20577"/>
          <ac:spMkLst>
            <pc:docMk/>
            <pc:sldMk cId="0" sldId="264"/>
            <ac:spMk id="1155" creationId="{00000000-0000-0000-0000-000000000000}"/>
          </ac:spMkLst>
        </pc:spChg>
      </pc:sldChg>
      <pc:sldChg chg="new del">
        <pc:chgData name="Ibikunle, Samuel" userId="S::sfibik01@louisville.edu::fa10b687-f585-42eb-849d-32a9baea2847" providerId="AD" clId="Web-{CDFC6B0A-A11B-D761-6694-AD27051E49B0}" dt="2026-02-10T03:10:25.702" v="202"/>
        <pc:sldMkLst>
          <pc:docMk/>
          <pc:sldMk cId="2136472038" sldId="312"/>
        </pc:sldMkLst>
      </pc:sldChg>
      <pc:sldChg chg="modSp add replId">
        <pc:chgData name="Ibikunle, Samuel" userId="S::sfibik01@louisville.edu::fa10b687-f585-42eb-849d-32a9baea2847" providerId="AD" clId="Web-{CDFC6B0A-A11B-D761-6694-AD27051E49B0}" dt="2026-02-10T03:46:00.288" v="472" actId="20577"/>
        <pc:sldMkLst>
          <pc:docMk/>
          <pc:sldMk cId="2242885775" sldId="312"/>
        </pc:sldMkLst>
        <pc:spChg chg="mod">
          <ac:chgData name="Ibikunle, Samuel" userId="S::sfibik01@louisville.edu::fa10b687-f585-42eb-849d-32a9baea2847" providerId="AD" clId="Web-{CDFC6B0A-A11B-D761-6694-AD27051E49B0}" dt="2026-02-10T03:21:29.804" v="306" actId="20577"/>
          <ac:spMkLst>
            <pc:docMk/>
            <pc:sldMk cId="2242885775" sldId="312"/>
            <ac:spMk id="1127" creationId="{FD334C00-694E-8266-93C9-CE26D06E1CEB}"/>
          </ac:spMkLst>
        </pc:spChg>
        <pc:spChg chg="mod">
          <ac:chgData name="Ibikunle, Samuel" userId="S::sfibik01@louisville.edu::fa10b687-f585-42eb-849d-32a9baea2847" providerId="AD" clId="Web-{CDFC6B0A-A11B-D761-6694-AD27051E49B0}" dt="2026-02-10T03:46:00.288" v="472" actId="20577"/>
          <ac:spMkLst>
            <pc:docMk/>
            <pc:sldMk cId="2242885775" sldId="312"/>
            <ac:spMk id="1128" creationId="{8C8D8125-E42D-143D-AAB3-8C8D688715EF}"/>
          </ac:spMkLst>
        </pc:spChg>
      </pc:sldChg>
    </pc:docChg>
  </pc:docChgLst>
  <pc:docChgLst>
    <pc:chgData name="Achara, Achara" userId="d06a4b10-4bf8-49ea-bbc6-14aa5354bbdb" providerId="ADAL" clId="{8475626B-47EA-59D6-95D4-21D76B4BF677}"/>
    <pc:docChg chg="undo custSel addSld delSld modSld sldOrd delMainMaster">
      <pc:chgData name="Achara, Achara" userId="d06a4b10-4bf8-49ea-bbc6-14aa5354bbdb" providerId="ADAL" clId="{8475626B-47EA-59D6-95D4-21D76B4BF677}" dt="2026-02-11T00:08:15.393" v="1733" actId="1076"/>
      <pc:docMkLst>
        <pc:docMk/>
      </pc:docMkLst>
      <pc:sldChg chg="modSp mod">
        <pc:chgData name="Achara, Achara" userId="d06a4b10-4bf8-49ea-bbc6-14aa5354bbdb" providerId="ADAL" clId="{8475626B-47EA-59D6-95D4-21D76B4BF677}" dt="2026-02-10T02:54:13.328" v="94" actId="255"/>
        <pc:sldMkLst>
          <pc:docMk/>
          <pc:sldMk cId="0" sldId="256"/>
        </pc:sldMkLst>
        <pc:spChg chg="mod">
          <ac:chgData name="Achara, Achara" userId="d06a4b10-4bf8-49ea-bbc6-14aa5354bbdb" providerId="ADAL" clId="{8475626B-47EA-59D6-95D4-21D76B4BF677}" dt="2026-02-10T02:53:23.312" v="32" actId="255"/>
          <ac:spMkLst>
            <pc:docMk/>
            <pc:sldMk cId="0" sldId="256"/>
            <ac:spMk id="932" creationId="{00000000-0000-0000-0000-000000000000}"/>
          </ac:spMkLst>
        </pc:spChg>
        <pc:spChg chg="mod">
          <ac:chgData name="Achara, Achara" userId="d06a4b10-4bf8-49ea-bbc6-14aa5354bbdb" providerId="ADAL" clId="{8475626B-47EA-59D6-95D4-21D76B4BF677}" dt="2026-02-10T02:54:13.328" v="94" actId="255"/>
          <ac:spMkLst>
            <pc:docMk/>
            <pc:sldMk cId="0" sldId="256"/>
            <ac:spMk id="933" creationId="{00000000-0000-0000-0000-000000000000}"/>
          </ac:spMkLst>
        </pc:spChg>
      </pc:sldChg>
      <pc:sldChg chg="modSp mod ord">
        <pc:chgData name="Achara, Achara" userId="d06a4b10-4bf8-49ea-bbc6-14aa5354bbdb" providerId="ADAL" clId="{8475626B-47EA-59D6-95D4-21D76B4BF677}" dt="2026-02-10T23:06:53.369" v="1550" actId="20577"/>
        <pc:sldMkLst>
          <pc:docMk/>
          <pc:sldMk cId="0" sldId="258"/>
        </pc:sldMkLst>
        <pc:spChg chg="mod">
          <ac:chgData name="Achara, Achara" userId="d06a4b10-4bf8-49ea-bbc6-14aa5354bbdb" providerId="ADAL" clId="{8475626B-47EA-59D6-95D4-21D76B4BF677}" dt="2026-02-10T02:57:32.208" v="217" actId="1037"/>
          <ac:spMkLst>
            <pc:docMk/>
            <pc:sldMk cId="0" sldId="258"/>
            <ac:spMk id="993"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994"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995"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996"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997"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998" creationId="{00000000-0000-0000-0000-000000000000}"/>
          </ac:spMkLst>
        </pc:spChg>
        <pc:spChg chg="mod">
          <ac:chgData name="Achara, Achara" userId="d06a4b10-4bf8-49ea-bbc6-14aa5354bbdb" providerId="ADAL" clId="{8475626B-47EA-59D6-95D4-21D76B4BF677}" dt="2026-02-10T23:06:53.369" v="1550" actId="20577"/>
          <ac:spMkLst>
            <pc:docMk/>
            <pc:sldMk cId="0" sldId="258"/>
            <ac:spMk id="999"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1000"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1002" creationId="{00000000-0000-0000-0000-000000000000}"/>
          </ac:spMkLst>
        </pc:spChg>
        <pc:spChg chg="mod">
          <ac:chgData name="Achara, Achara" userId="d06a4b10-4bf8-49ea-bbc6-14aa5354bbdb" providerId="ADAL" clId="{8475626B-47EA-59D6-95D4-21D76B4BF677}" dt="2026-02-10T02:57:32.208" v="217" actId="1037"/>
          <ac:spMkLst>
            <pc:docMk/>
            <pc:sldMk cId="0" sldId="258"/>
            <ac:spMk id="1003" creationId="{00000000-0000-0000-0000-000000000000}"/>
          </ac:spMkLst>
        </pc:spChg>
        <pc:spChg chg="mod">
          <ac:chgData name="Achara, Achara" userId="d06a4b10-4bf8-49ea-bbc6-14aa5354bbdb" providerId="ADAL" clId="{8475626B-47EA-59D6-95D4-21D76B4BF677}" dt="2026-02-10T02:57:18.352" v="215" actId="14100"/>
          <ac:spMkLst>
            <pc:docMk/>
            <pc:sldMk cId="0" sldId="258"/>
            <ac:spMk id="1004" creationId="{00000000-0000-0000-0000-000000000000}"/>
          </ac:spMkLst>
        </pc:spChg>
      </pc:sldChg>
      <pc:sldChg chg="modNotes">
        <pc:chgData name="Achara, Achara" userId="d06a4b10-4bf8-49ea-bbc6-14aa5354bbdb" providerId="ADAL" clId="{8475626B-47EA-59D6-95D4-21D76B4BF677}" dt="2026-02-10T03:17:26.637" v="436"/>
        <pc:sldMkLst>
          <pc:docMk/>
          <pc:sldMk cId="0" sldId="259"/>
        </pc:sldMkLst>
      </pc:sldChg>
      <pc:sldChg chg="modSp del mod">
        <pc:chgData name="Achara, Achara" userId="d06a4b10-4bf8-49ea-bbc6-14aa5354bbdb" providerId="ADAL" clId="{8475626B-47EA-59D6-95D4-21D76B4BF677}" dt="2026-02-10T22:13:19.100" v="1081" actId="2696"/>
        <pc:sldMkLst>
          <pc:docMk/>
          <pc:sldMk cId="0" sldId="260"/>
        </pc:sldMkLst>
        <pc:spChg chg="mod">
          <ac:chgData name="Achara, Achara" userId="d06a4b10-4bf8-49ea-bbc6-14aa5354bbdb" providerId="ADAL" clId="{8475626B-47EA-59D6-95D4-21D76B4BF677}" dt="2026-02-10T02:58:49.813" v="223" actId="255"/>
          <ac:spMkLst>
            <pc:docMk/>
            <pc:sldMk cId="0" sldId="260"/>
            <ac:spMk id="1057" creationId="{00000000-0000-0000-0000-000000000000}"/>
          </ac:spMkLst>
        </pc:spChg>
      </pc:sldChg>
      <pc:sldChg chg="modSp mod">
        <pc:chgData name="Achara, Achara" userId="d06a4b10-4bf8-49ea-bbc6-14aa5354bbdb" providerId="ADAL" clId="{8475626B-47EA-59D6-95D4-21D76B4BF677}" dt="2026-02-10T23:56:03.853" v="1710" actId="20577"/>
        <pc:sldMkLst>
          <pc:docMk/>
          <pc:sldMk cId="0" sldId="261"/>
        </pc:sldMkLst>
        <pc:graphicFrameChg chg="mod modGraphic">
          <ac:chgData name="Achara, Achara" userId="d06a4b10-4bf8-49ea-bbc6-14aa5354bbdb" providerId="ADAL" clId="{8475626B-47EA-59D6-95D4-21D76B4BF677}" dt="2026-02-10T23:56:03.853" v="1710" actId="20577"/>
          <ac:graphicFrameMkLst>
            <pc:docMk/>
            <pc:sldMk cId="0" sldId="261"/>
            <ac:graphicFrameMk id="3" creationId="{63C3A9E6-2589-1767-3A8C-A67BBC1396C6}"/>
          </ac:graphicFrameMkLst>
        </pc:graphicFrameChg>
      </pc:sldChg>
      <pc:sldChg chg="addSp delSp modSp del mod modNotes">
        <pc:chgData name="Achara, Achara" userId="d06a4b10-4bf8-49ea-bbc6-14aa5354bbdb" providerId="ADAL" clId="{8475626B-47EA-59D6-95D4-21D76B4BF677}" dt="2026-02-10T03:17:26.636" v="435" actId="2696"/>
        <pc:sldMkLst>
          <pc:docMk/>
          <pc:sldMk cId="0" sldId="262"/>
        </pc:sldMkLst>
        <pc:spChg chg="add del mod">
          <ac:chgData name="Achara, Achara" userId="d06a4b10-4bf8-49ea-bbc6-14aa5354bbdb" providerId="ADAL" clId="{8475626B-47EA-59D6-95D4-21D76B4BF677}" dt="2026-02-10T02:58:59.501" v="225" actId="478"/>
          <ac:spMkLst>
            <pc:docMk/>
            <pc:sldMk cId="0" sldId="262"/>
            <ac:spMk id="2" creationId="{089B58B3-39E4-1C4C-FA2C-DE7988090099}"/>
          </ac:spMkLst>
        </pc:spChg>
        <pc:spChg chg="add del mod">
          <ac:chgData name="Achara, Achara" userId="d06a4b10-4bf8-49ea-bbc6-14aa5354bbdb" providerId="ADAL" clId="{8475626B-47EA-59D6-95D4-21D76B4BF677}" dt="2026-02-10T03:15:01.398" v="403"/>
          <ac:spMkLst>
            <pc:docMk/>
            <pc:sldMk cId="0" sldId="262"/>
            <ac:spMk id="4" creationId="{C47BB765-2956-F397-9982-FDD273662447}"/>
          </ac:spMkLst>
        </pc:spChg>
        <pc:spChg chg="add del mod">
          <ac:chgData name="Achara, Achara" userId="d06a4b10-4bf8-49ea-bbc6-14aa5354bbdb" providerId="ADAL" clId="{8475626B-47EA-59D6-95D4-21D76B4BF677}" dt="2026-02-10T03:14:59.351" v="401"/>
          <ac:spMkLst>
            <pc:docMk/>
            <pc:sldMk cId="0" sldId="262"/>
            <ac:spMk id="5" creationId="{A0227820-B226-E0FF-96A2-7CEFF85DE2D6}"/>
          </ac:spMkLst>
        </pc:spChg>
        <pc:spChg chg="add mod">
          <ac:chgData name="Achara, Achara" userId="d06a4b10-4bf8-49ea-bbc6-14aa5354bbdb" providerId="ADAL" clId="{8475626B-47EA-59D6-95D4-21D76B4BF677}" dt="2026-02-10T03:15:06.783" v="404" actId="21"/>
          <ac:spMkLst>
            <pc:docMk/>
            <pc:sldMk cId="0" sldId="262"/>
            <ac:spMk id="7" creationId="{B09AE8D7-03C2-3A6D-9C49-8EDAAE33CB33}"/>
          </ac:spMkLst>
        </pc:spChg>
        <pc:spChg chg="mod">
          <ac:chgData name="Achara, Achara" userId="d06a4b10-4bf8-49ea-bbc6-14aa5354bbdb" providerId="ADAL" clId="{8475626B-47EA-59D6-95D4-21D76B4BF677}" dt="2026-02-10T02:59:04.761" v="241" actId="20577"/>
          <ac:spMkLst>
            <pc:docMk/>
            <pc:sldMk cId="0" sldId="262"/>
            <ac:spMk id="1120" creationId="{00000000-0000-0000-0000-000000000000}"/>
          </ac:spMkLst>
        </pc:spChg>
        <pc:spChg chg="mod">
          <ac:chgData name="Achara, Achara" userId="d06a4b10-4bf8-49ea-bbc6-14aa5354bbdb" providerId="ADAL" clId="{8475626B-47EA-59D6-95D4-21D76B4BF677}" dt="2026-02-10T03:12:20.868" v="244" actId="21"/>
          <ac:spMkLst>
            <pc:docMk/>
            <pc:sldMk cId="0" sldId="262"/>
            <ac:spMk id="1121" creationId="{00000000-0000-0000-0000-000000000000}"/>
          </ac:spMkLst>
        </pc:spChg>
        <pc:spChg chg="del mod">
          <ac:chgData name="Achara, Achara" userId="d06a4b10-4bf8-49ea-bbc6-14aa5354bbdb" providerId="ADAL" clId="{8475626B-47EA-59D6-95D4-21D76B4BF677}" dt="2026-02-10T03:15:06.783" v="404" actId="21"/>
          <ac:spMkLst>
            <pc:docMk/>
            <pc:sldMk cId="0" sldId="262"/>
            <ac:spMk id="1122" creationId="{00000000-0000-0000-0000-000000000000}"/>
          </ac:spMkLst>
        </pc:spChg>
        <pc:picChg chg="add mod">
          <ac:chgData name="Achara, Achara" userId="d06a4b10-4bf8-49ea-bbc6-14aa5354bbdb" providerId="ADAL" clId="{8475626B-47EA-59D6-95D4-21D76B4BF677}" dt="2026-02-10T03:12:36.262" v="246" actId="1076"/>
          <ac:picMkLst>
            <pc:docMk/>
            <pc:sldMk cId="0" sldId="262"/>
            <ac:picMk id="3" creationId="{2E2CD632-9523-6B9B-0B8A-A334A93E3A14}"/>
          </ac:picMkLst>
        </pc:picChg>
      </pc:sldChg>
      <pc:sldChg chg="addSp delSp modSp mod">
        <pc:chgData name="Achara, Achara" userId="d06a4b10-4bf8-49ea-bbc6-14aa5354bbdb" providerId="ADAL" clId="{8475626B-47EA-59D6-95D4-21D76B4BF677}" dt="2026-02-11T00:02:11.365" v="1724" actId="1076"/>
        <pc:sldMkLst>
          <pc:docMk/>
          <pc:sldMk cId="0" sldId="263"/>
        </pc:sldMkLst>
        <pc:spChg chg="mod">
          <ac:chgData name="Achara, Achara" userId="d06a4b10-4bf8-49ea-bbc6-14aa5354bbdb" providerId="ADAL" clId="{8475626B-47EA-59D6-95D4-21D76B4BF677}" dt="2026-02-11T00:02:11.365" v="1724" actId="1076"/>
          <ac:spMkLst>
            <pc:docMk/>
            <pc:sldMk cId="0" sldId="263"/>
            <ac:spMk id="1128" creationId="{00000000-0000-0000-0000-000000000000}"/>
          </ac:spMkLst>
        </pc:spChg>
        <pc:picChg chg="add del mod">
          <ac:chgData name="Achara, Achara" userId="d06a4b10-4bf8-49ea-bbc6-14aa5354bbdb" providerId="ADAL" clId="{8475626B-47EA-59D6-95D4-21D76B4BF677}" dt="2026-02-11T00:00:36.904" v="1712" actId="478"/>
          <ac:picMkLst>
            <pc:docMk/>
            <pc:sldMk cId="0" sldId="263"/>
            <ac:picMk id="3" creationId="{DED43D38-8353-6F7D-27AF-CBF8F6827A0F}"/>
          </ac:picMkLst>
        </pc:picChg>
        <pc:picChg chg="add del mod">
          <ac:chgData name="Achara, Achara" userId="d06a4b10-4bf8-49ea-bbc6-14aa5354bbdb" providerId="ADAL" clId="{8475626B-47EA-59D6-95D4-21D76B4BF677}" dt="2026-02-11T00:01:58.788" v="1718" actId="478"/>
          <ac:picMkLst>
            <pc:docMk/>
            <pc:sldMk cId="0" sldId="263"/>
            <ac:picMk id="5" creationId="{CFE30E89-356E-9C00-ED86-44494B179049}"/>
          </ac:picMkLst>
        </pc:picChg>
        <pc:picChg chg="add mod">
          <ac:chgData name="Achara, Achara" userId="d06a4b10-4bf8-49ea-bbc6-14aa5354bbdb" providerId="ADAL" clId="{8475626B-47EA-59D6-95D4-21D76B4BF677}" dt="2026-02-11T00:02:04.730" v="1723" actId="1076"/>
          <ac:picMkLst>
            <pc:docMk/>
            <pc:sldMk cId="0" sldId="263"/>
            <ac:picMk id="7" creationId="{766DBA1A-684A-2872-FD4B-BB0F4C364EE7}"/>
          </ac:picMkLst>
        </pc:picChg>
      </pc:sldChg>
      <pc:sldChg chg="modNotes">
        <pc:chgData name="Achara, Achara" userId="d06a4b10-4bf8-49ea-bbc6-14aa5354bbdb" providerId="ADAL" clId="{8475626B-47EA-59D6-95D4-21D76B4BF677}" dt="2026-02-10T03:17:26.637" v="436"/>
        <pc:sldMkLst>
          <pc:docMk/>
          <pc:sldMk cId="0" sldId="264"/>
        </pc:sldMkLst>
      </pc:sldChg>
      <pc:sldChg chg="addSp delSp modSp mod ord modNotes modNotesTx">
        <pc:chgData name="Achara, Achara" userId="d06a4b10-4bf8-49ea-bbc6-14aa5354bbdb" providerId="ADAL" clId="{8475626B-47EA-59D6-95D4-21D76B4BF677}" dt="2026-02-10T23:02:41.942" v="1536" actId="20577"/>
        <pc:sldMkLst>
          <pc:docMk/>
          <pc:sldMk cId="0" sldId="265"/>
        </pc:sldMkLst>
        <pc:spChg chg="add mod">
          <ac:chgData name="Achara, Achara" userId="d06a4b10-4bf8-49ea-bbc6-14aa5354bbdb" providerId="ADAL" clId="{8475626B-47EA-59D6-95D4-21D76B4BF677}" dt="2026-02-10T03:54:05.921" v="977" actId="1076"/>
          <ac:spMkLst>
            <pc:docMk/>
            <pc:sldMk cId="0" sldId="265"/>
            <ac:spMk id="2" creationId="{7EA198C3-81EB-3A65-36DD-785E14150CE2}"/>
          </ac:spMkLst>
        </pc:spChg>
        <pc:spChg chg="add del mod">
          <ac:chgData name="Achara, Achara" userId="d06a4b10-4bf8-49ea-bbc6-14aa5354bbdb" providerId="ADAL" clId="{8475626B-47EA-59D6-95D4-21D76B4BF677}" dt="2026-02-10T03:33:06.214" v="880" actId="47"/>
          <ac:spMkLst>
            <pc:docMk/>
            <pc:sldMk cId="0" sldId="265"/>
            <ac:spMk id="3" creationId="{266EEEB9-C760-6FFF-4A8E-2693EAD6EA72}"/>
          </ac:spMkLst>
        </pc:spChg>
        <pc:spChg chg="add mod">
          <ac:chgData name="Achara, Achara" userId="d06a4b10-4bf8-49ea-bbc6-14aa5354bbdb" providerId="ADAL" clId="{8475626B-47EA-59D6-95D4-21D76B4BF677}" dt="2026-02-10T03:33:45.906" v="885" actId="1076"/>
          <ac:spMkLst>
            <pc:docMk/>
            <pc:sldMk cId="0" sldId="265"/>
            <ac:spMk id="4" creationId="{9CF0D17F-8F06-475A-90FF-B99DF22D08E6}"/>
          </ac:spMkLst>
        </pc:spChg>
        <pc:spChg chg="mod">
          <ac:chgData name="Achara, Achara" userId="d06a4b10-4bf8-49ea-bbc6-14aa5354bbdb" providerId="ADAL" clId="{8475626B-47EA-59D6-95D4-21D76B4BF677}" dt="2026-02-10T03:34:52.873" v="887" actId="207"/>
          <ac:spMkLst>
            <pc:docMk/>
            <pc:sldMk cId="0" sldId="265"/>
            <ac:spMk id="6" creationId="{92729BAB-8D7F-8811-6F69-AD5189E2C472}"/>
          </ac:spMkLst>
        </pc:spChg>
        <pc:spChg chg="mod">
          <ac:chgData name="Achara, Achara" userId="d06a4b10-4bf8-49ea-bbc6-14aa5354bbdb" providerId="ADAL" clId="{8475626B-47EA-59D6-95D4-21D76B4BF677}" dt="2026-02-10T03:34:52.873" v="887" actId="207"/>
          <ac:spMkLst>
            <pc:docMk/>
            <pc:sldMk cId="0" sldId="265"/>
            <ac:spMk id="7" creationId="{16340751-BE5E-DBD4-DB49-368323425E70}"/>
          </ac:spMkLst>
        </pc:spChg>
        <pc:spChg chg="mod">
          <ac:chgData name="Achara, Achara" userId="d06a4b10-4bf8-49ea-bbc6-14aa5354bbdb" providerId="ADAL" clId="{8475626B-47EA-59D6-95D4-21D76B4BF677}" dt="2026-02-10T03:34:52.873" v="887" actId="207"/>
          <ac:spMkLst>
            <pc:docMk/>
            <pc:sldMk cId="0" sldId="265"/>
            <ac:spMk id="8" creationId="{4EB05437-2042-E55C-9BBD-E1F068CB4C58}"/>
          </ac:spMkLst>
        </pc:spChg>
        <pc:spChg chg="mod">
          <ac:chgData name="Achara, Achara" userId="d06a4b10-4bf8-49ea-bbc6-14aa5354bbdb" providerId="ADAL" clId="{8475626B-47EA-59D6-95D4-21D76B4BF677}" dt="2026-02-10T03:35:06.478" v="889" actId="207"/>
          <ac:spMkLst>
            <pc:docMk/>
            <pc:sldMk cId="0" sldId="265"/>
            <ac:spMk id="9" creationId="{387E6D4D-5975-AA05-EED4-C84FBFF6DB99}"/>
          </ac:spMkLst>
        </pc:spChg>
        <pc:spChg chg="mod">
          <ac:chgData name="Achara, Achara" userId="d06a4b10-4bf8-49ea-bbc6-14aa5354bbdb" providerId="ADAL" clId="{8475626B-47EA-59D6-95D4-21D76B4BF677}" dt="2026-02-10T03:37:35.758" v="946"/>
          <ac:spMkLst>
            <pc:docMk/>
            <pc:sldMk cId="0" sldId="265"/>
            <ac:spMk id="11" creationId="{910D0EE5-77CD-EFEC-3EBC-F2AFE58D8136}"/>
          </ac:spMkLst>
        </pc:spChg>
        <pc:spChg chg="mod">
          <ac:chgData name="Achara, Achara" userId="d06a4b10-4bf8-49ea-bbc6-14aa5354bbdb" providerId="ADAL" clId="{8475626B-47EA-59D6-95D4-21D76B4BF677}" dt="2026-02-10T03:37:35.758" v="946"/>
          <ac:spMkLst>
            <pc:docMk/>
            <pc:sldMk cId="0" sldId="265"/>
            <ac:spMk id="12" creationId="{FA3AAF4A-483D-309C-C927-3C4BD08769B0}"/>
          </ac:spMkLst>
        </pc:spChg>
        <pc:spChg chg="mod">
          <ac:chgData name="Achara, Achara" userId="d06a4b10-4bf8-49ea-bbc6-14aa5354bbdb" providerId="ADAL" clId="{8475626B-47EA-59D6-95D4-21D76B4BF677}" dt="2026-02-10T03:37:35.758" v="946"/>
          <ac:spMkLst>
            <pc:docMk/>
            <pc:sldMk cId="0" sldId="265"/>
            <ac:spMk id="13" creationId="{3BEDECCF-F73C-D982-B168-C1831E4EA91F}"/>
          </ac:spMkLst>
        </pc:spChg>
        <pc:spChg chg="mod">
          <ac:chgData name="Achara, Achara" userId="d06a4b10-4bf8-49ea-bbc6-14aa5354bbdb" providerId="ADAL" clId="{8475626B-47EA-59D6-95D4-21D76B4BF677}" dt="2026-02-10T03:37:35.758" v="946"/>
          <ac:spMkLst>
            <pc:docMk/>
            <pc:sldMk cId="0" sldId="265"/>
            <ac:spMk id="14" creationId="{405606BE-FE01-C860-C91C-D4EF2657E0B8}"/>
          </ac:spMkLst>
        </pc:spChg>
        <pc:spChg chg="mod">
          <ac:chgData name="Achara, Achara" userId="d06a4b10-4bf8-49ea-bbc6-14aa5354bbdb" providerId="ADAL" clId="{8475626B-47EA-59D6-95D4-21D76B4BF677}" dt="2026-02-10T03:37:35.758" v="946"/>
          <ac:spMkLst>
            <pc:docMk/>
            <pc:sldMk cId="0" sldId="265"/>
            <ac:spMk id="15" creationId="{6B1DA0A0-88A7-F445-BCA4-04E8F375C0CB}"/>
          </ac:spMkLst>
        </pc:spChg>
        <pc:spChg chg="mod">
          <ac:chgData name="Achara, Achara" userId="d06a4b10-4bf8-49ea-bbc6-14aa5354bbdb" providerId="ADAL" clId="{8475626B-47EA-59D6-95D4-21D76B4BF677}" dt="2026-02-10T03:37:35.758" v="946"/>
          <ac:spMkLst>
            <pc:docMk/>
            <pc:sldMk cId="0" sldId="265"/>
            <ac:spMk id="16" creationId="{E008F3B2-9B9A-1981-DC18-AE01B238F2F1}"/>
          </ac:spMkLst>
        </pc:spChg>
        <pc:spChg chg="mod">
          <ac:chgData name="Achara, Achara" userId="d06a4b10-4bf8-49ea-bbc6-14aa5354bbdb" providerId="ADAL" clId="{8475626B-47EA-59D6-95D4-21D76B4BF677}" dt="2026-02-10T03:39:58.905" v="955" actId="207"/>
          <ac:spMkLst>
            <pc:docMk/>
            <pc:sldMk cId="0" sldId="265"/>
            <ac:spMk id="18" creationId="{136868BF-17C8-21D2-77ED-3CE3C2A5785A}"/>
          </ac:spMkLst>
        </pc:spChg>
        <pc:spChg chg="mod">
          <ac:chgData name="Achara, Achara" userId="d06a4b10-4bf8-49ea-bbc6-14aa5354bbdb" providerId="ADAL" clId="{8475626B-47EA-59D6-95D4-21D76B4BF677}" dt="2026-02-10T03:39:58.905" v="955" actId="207"/>
          <ac:spMkLst>
            <pc:docMk/>
            <pc:sldMk cId="0" sldId="265"/>
            <ac:spMk id="19" creationId="{82B5E5E6-A8FD-47CB-6AC7-38F9DCFE8AE4}"/>
          </ac:spMkLst>
        </pc:spChg>
        <pc:spChg chg="mod">
          <ac:chgData name="Achara, Achara" userId="d06a4b10-4bf8-49ea-bbc6-14aa5354bbdb" providerId="ADAL" clId="{8475626B-47EA-59D6-95D4-21D76B4BF677}" dt="2026-02-10T03:39:58.905" v="955" actId="207"/>
          <ac:spMkLst>
            <pc:docMk/>
            <pc:sldMk cId="0" sldId="265"/>
            <ac:spMk id="20" creationId="{FBED1504-E682-2F19-EF62-86D767C6BFBD}"/>
          </ac:spMkLst>
        </pc:spChg>
        <pc:spChg chg="mod">
          <ac:chgData name="Achara, Achara" userId="d06a4b10-4bf8-49ea-bbc6-14aa5354bbdb" providerId="ADAL" clId="{8475626B-47EA-59D6-95D4-21D76B4BF677}" dt="2026-02-10T03:39:58.905" v="955" actId="207"/>
          <ac:spMkLst>
            <pc:docMk/>
            <pc:sldMk cId="0" sldId="265"/>
            <ac:spMk id="21" creationId="{A01C5B86-616F-6EFB-4ADB-428B4405A397}"/>
          </ac:spMkLst>
        </pc:spChg>
        <pc:spChg chg="add del mod">
          <ac:chgData name="Achara, Achara" userId="d06a4b10-4bf8-49ea-bbc6-14aa5354bbdb" providerId="ADAL" clId="{8475626B-47EA-59D6-95D4-21D76B4BF677}" dt="2026-02-10T22:39:25.296" v="1337" actId="478"/>
          <ac:spMkLst>
            <pc:docMk/>
            <pc:sldMk cId="0" sldId="265"/>
            <ac:spMk id="24" creationId="{CD336DB7-7267-891C-BFBA-9D4C1F7D24FF}"/>
          </ac:spMkLst>
        </pc:spChg>
        <pc:spChg chg="mod">
          <ac:chgData name="Achara, Achara" userId="d06a4b10-4bf8-49ea-bbc6-14aa5354bbdb" providerId="ADAL" clId="{8475626B-47EA-59D6-95D4-21D76B4BF677}" dt="2026-02-10T22:39:13.385" v="1332"/>
          <ac:spMkLst>
            <pc:docMk/>
            <pc:sldMk cId="0" sldId="265"/>
            <ac:spMk id="32" creationId="{5A09B6D9-F3E0-4C4C-BB66-11CF5E9FAFBD}"/>
          </ac:spMkLst>
        </pc:spChg>
        <pc:spChg chg="mod">
          <ac:chgData name="Achara, Achara" userId="d06a4b10-4bf8-49ea-bbc6-14aa5354bbdb" providerId="ADAL" clId="{8475626B-47EA-59D6-95D4-21D76B4BF677}" dt="2026-02-10T22:39:13.385" v="1332"/>
          <ac:spMkLst>
            <pc:docMk/>
            <pc:sldMk cId="0" sldId="265"/>
            <ac:spMk id="33" creationId="{38655254-3973-15EC-90DC-59C95DB1D2CA}"/>
          </ac:spMkLst>
        </pc:spChg>
        <pc:spChg chg="mod">
          <ac:chgData name="Achara, Achara" userId="d06a4b10-4bf8-49ea-bbc6-14aa5354bbdb" providerId="ADAL" clId="{8475626B-47EA-59D6-95D4-21D76B4BF677}" dt="2026-02-10T22:39:13.385" v="1332"/>
          <ac:spMkLst>
            <pc:docMk/>
            <pc:sldMk cId="0" sldId="265"/>
            <ac:spMk id="34" creationId="{C9E948D6-3C8C-5AC2-86EF-EDD8E4F8D251}"/>
          </ac:spMkLst>
        </pc:spChg>
        <pc:spChg chg="mod">
          <ac:chgData name="Achara, Achara" userId="d06a4b10-4bf8-49ea-bbc6-14aa5354bbdb" providerId="ADAL" clId="{8475626B-47EA-59D6-95D4-21D76B4BF677}" dt="2026-02-10T22:39:13.385" v="1332"/>
          <ac:spMkLst>
            <pc:docMk/>
            <pc:sldMk cId="0" sldId="265"/>
            <ac:spMk id="35" creationId="{259E42A0-CCD5-99B4-9878-66DE2711388A}"/>
          </ac:spMkLst>
        </pc:spChg>
        <pc:spChg chg="mod">
          <ac:chgData name="Achara, Achara" userId="d06a4b10-4bf8-49ea-bbc6-14aa5354bbdb" providerId="ADAL" clId="{8475626B-47EA-59D6-95D4-21D76B4BF677}" dt="2026-02-10T22:40:27.367" v="1343" actId="207"/>
          <ac:spMkLst>
            <pc:docMk/>
            <pc:sldMk cId="0" sldId="265"/>
            <ac:spMk id="37" creationId="{4F324E5E-FAA2-8694-9D73-FC31E74B80E9}"/>
          </ac:spMkLst>
        </pc:spChg>
        <pc:spChg chg="mod">
          <ac:chgData name="Achara, Achara" userId="d06a4b10-4bf8-49ea-bbc6-14aa5354bbdb" providerId="ADAL" clId="{8475626B-47EA-59D6-95D4-21D76B4BF677}" dt="2026-02-10T22:40:27.367" v="1343" actId="207"/>
          <ac:spMkLst>
            <pc:docMk/>
            <pc:sldMk cId="0" sldId="265"/>
            <ac:spMk id="38" creationId="{FE7DDB30-284C-5734-A517-63C12D05DFB0}"/>
          </ac:spMkLst>
        </pc:spChg>
        <pc:spChg chg="mod">
          <ac:chgData name="Achara, Achara" userId="d06a4b10-4bf8-49ea-bbc6-14aa5354bbdb" providerId="ADAL" clId="{8475626B-47EA-59D6-95D4-21D76B4BF677}" dt="2026-02-10T22:40:27.367" v="1343" actId="207"/>
          <ac:spMkLst>
            <pc:docMk/>
            <pc:sldMk cId="0" sldId="265"/>
            <ac:spMk id="39" creationId="{88FE6236-021A-E164-5FBA-305AB6E9963A}"/>
          </ac:spMkLst>
        </pc:spChg>
        <pc:spChg chg="mod">
          <ac:chgData name="Achara, Achara" userId="d06a4b10-4bf8-49ea-bbc6-14aa5354bbdb" providerId="ADAL" clId="{8475626B-47EA-59D6-95D4-21D76B4BF677}" dt="2026-02-10T22:40:27.367" v="1343" actId="207"/>
          <ac:spMkLst>
            <pc:docMk/>
            <pc:sldMk cId="0" sldId="265"/>
            <ac:spMk id="40" creationId="{949FFE4C-BA0B-38F6-FC1D-2C23FE81B12F}"/>
          </ac:spMkLst>
        </pc:spChg>
        <pc:spChg chg="mod">
          <ac:chgData name="Achara, Achara" userId="d06a4b10-4bf8-49ea-bbc6-14aa5354bbdb" providerId="ADAL" clId="{8475626B-47EA-59D6-95D4-21D76B4BF677}" dt="2026-02-10T04:27:25.450" v="1078" actId="20577"/>
          <ac:spMkLst>
            <pc:docMk/>
            <pc:sldMk cId="0" sldId="265"/>
            <ac:spMk id="1166" creationId="{00000000-0000-0000-0000-000000000000}"/>
          </ac:spMkLst>
        </pc:spChg>
        <pc:spChg chg="mod">
          <ac:chgData name="Achara, Achara" userId="d06a4b10-4bf8-49ea-bbc6-14aa5354bbdb" providerId="ADAL" clId="{8475626B-47EA-59D6-95D4-21D76B4BF677}" dt="2026-02-10T03:53:13.368" v="969" actId="20577"/>
          <ac:spMkLst>
            <pc:docMk/>
            <pc:sldMk cId="0" sldId="265"/>
            <ac:spMk id="1167" creationId="{00000000-0000-0000-0000-000000000000}"/>
          </ac:spMkLst>
        </pc:spChg>
        <pc:spChg chg="mod">
          <ac:chgData name="Achara, Achara" userId="d06a4b10-4bf8-49ea-bbc6-14aa5354bbdb" providerId="ADAL" clId="{8475626B-47EA-59D6-95D4-21D76B4BF677}" dt="2026-02-10T04:06:24.988" v="1030" actId="14100"/>
          <ac:spMkLst>
            <pc:docMk/>
            <pc:sldMk cId="0" sldId="265"/>
            <ac:spMk id="1168" creationId="{00000000-0000-0000-0000-000000000000}"/>
          </ac:spMkLst>
        </pc:spChg>
        <pc:spChg chg="mod">
          <ac:chgData name="Achara, Achara" userId="d06a4b10-4bf8-49ea-bbc6-14aa5354bbdb" providerId="ADAL" clId="{8475626B-47EA-59D6-95D4-21D76B4BF677}" dt="2026-02-10T03:55:43.544" v="997" actId="255"/>
          <ac:spMkLst>
            <pc:docMk/>
            <pc:sldMk cId="0" sldId="265"/>
            <ac:spMk id="1169" creationId="{00000000-0000-0000-0000-000000000000}"/>
          </ac:spMkLst>
        </pc:spChg>
        <pc:spChg chg="mod">
          <ac:chgData name="Achara, Achara" userId="d06a4b10-4bf8-49ea-bbc6-14aa5354bbdb" providerId="ADAL" clId="{8475626B-47EA-59D6-95D4-21D76B4BF677}" dt="2026-02-10T04:05:40.625" v="1018" actId="20577"/>
          <ac:spMkLst>
            <pc:docMk/>
            <pc:sldMk cId="0" sldId="265"/>
            <ac:spMk id="1170" creationId="{00000000-0000-0000-0000-000000000000}"/>
          </ac:spMkLst>
        </pc:spChg>
        <pc:spChg chg="mod">
          <ac:chgData name="Achara, Achara" userId="d06a4b10-4bf8-49ea-bbc6-14aa5354bbdb" providerId="ADAL" clId="{8475626B-47EA-59D6-95D4-21D76B4BF677}" dt="2026-02-10T04:06:39" v="1032" actId="20577"/>
          <ac:spMkLst>
            <pc:docMk/>
            <pc:sldMk cId="0" sldId="265"/>
            <ac:spMk id="1171" creationId="{00000000-0000-0000-0000-000000000000}"/>
          </ac:spMkLst>
        </pc:spChg>
        <pc:spChg chg="mod">
          <ac:chgData name="Achara, Achara" userId="d06a4b10-4bf8-49ea-bbc6-14aa5354bbdb" providerId="ADAL" clId="{8475626B-47EA-59D6-95D4-21D76B4BF677}" dt="2026-02-10T22:38:16.405" v="1331" actId="20577"/>
          <ac:spMkLst>
            <pc:docMk/>
            <pc:sldMk cId="0" sldId="265"/>
            <ac:spMk id="1172" creationId="{00000000-0000-0000-0000-000000000000}"/>
          </ac:spMkLst>
        </pc:spChg>
        <pc:spChg chg="mod">
          <ac:chgData name="Achara, Achara" userId="d06a4b10-4bf8-49ea-bbc6-14aa5354bbdb" providerId="ADAL" clId="{8475626B-47EA-59D6-95D4-21D76B4BF677}" dt="2026-02-10T03:53:32.680" v="972" actId="1076"/>
          <ac:spMkLst>
            <pc:docMk/>
            <pc:sldMk cId="0" sldId="265"/>
            <ac:spMk id="1173" creationId="{00000000-0000-0000-0000-000000000000}"/>
          </ac:spMkLst>
        </pc:spChg>
        <pc:spChg chg="mod">
          <ac:chgData name="Achara, Achara" userId="d06a4b10-4bf8-49ea-bbc6-14aa5354bbdb" providerId="ADAL" clId="{8475626B-47EA-59D6-95D4-21D76B4BF677}" dt="2026-02-10T03:53:58.849" v="976" actId="1076"/>
          <ac:spMkLst>
            <pc:docMk/>
            <pc:sldMk cId="0" sldId="265"/>
            <ac:spMk id="1174" creationId="{00000000-0000-0000-0000-000000000000}"/>
          </ac:spMkLst>
        </pc:spChg>
        <pc:spChg chg="mod">
          <ac:chgData name="Achara, Achara" userId="d06a4b10-4bf8-49ea-bbc6-14aa5354bbdb" providerId="ADAL" clId="{8475626B-47EA-59D6-95D4-21D76B4BF677}" dt="2026-02-10T03:54:11.415" v="978" actId="1076"/>
          <ac:spMkLst>
            <pc:docMk/>
            <pc:sldMk cId="0" sldId="265"/>
            <ac:spMk id="1175" creationId="{00000000-0000-0000-0000-000000000000}"/>
          </ac:spMkLst>
        </pc:spChg>
        <pc:grpChg chg="add del mod">
          <ac:chgData name="Achara, Achara" userId="d06a4b10-4bf8-49ea-bbc6-14aa5354bbdb" providerId="ADAL" clId="{8475626B-47EA-59D6-95D4-21D76B4BF677}" dt="2026-02-10T03:35:13.156" v="890" actId="478"/>
          <ac:grpSpMkLst>
            <pc:docMk/>
            <pc:sldMk cId="0" sldId="265"/>
            <ac:grpSpMk id="5" creationId="{B21BE39C-C33A-EEDA-46DA-5878389F4A99}"/>
          </ac:grpSpMkLst>
        </pc:grpChg>
        <pc:grpChg chg="add mod">
          <ac:chgData name="Achara, Achara" userId="d06a4b10-4bf8-49ea-bbc6-14aa5354bbdb" providerId="ADAL" clId="{8475626B-47EA-59D6-95D4-21D76B4BF677}" dt="2026-02-10T03:53:35.598" v="973" actId="1076"/>
          <ac:grpSpMkLst>
            <pc:docMk/>
            <pc:sldMk cId="0" sldId="265"/>
            <ac:grpSpMk id="10" creationId="{F3B14ED9-3145-C8D8-B7A4-D46AE7091001}"/>
          </ac:grpSpMkLst>
        </pc:grpChg>
        <pc:grpChg chg="add del mod">
          <ac:chgData name="Achara, Achara" userId="d06a4b10-4bf8-49ea-bbc6-14aa5354bbdb" providerId="ADAL" clId="{8475626B-47EA-59D6-95D4-21D76B4BF677}" dt="2026-02-10T04:07:01.846" v="1033" actId="478"/>
          <ac:grpSpMkLst>
            <pc:docMk/>
            <pc:sldMk cId="0" sldId="265"/>
            <ac:grpSpMk id="17" creationId="{7C54A2BE-93CA-0D60-882C-C553893C1EBC}"/>
          </ac:grpSpMkLst>
        </pc:grpChg>
        <pc:grpChg chg="add mod">
          <ac:chgData name="Achara, Achara" userId="d06a4b10-4bf8-49ea-bbc6-14aa5354bbdb" providerId="ADAL" clId="{8475626B-47EA-59D6-95D4-21D76B4BF677}" dt="2026-02-10T22:39:13.385" v="1332"/>
          <ac:grpSpMkLst>
            <pc:docMk/>
            <pc:sldMk cId="0" sldId="265"/>
            <ac:grpSpMk id="31" creationId="{1A873E67-671A-4EBE-77EA-44B0BE9DAABA}"/>
          </ac:grpSpMkLst>
        </pc:grpChg>
        <pc:grpChg chg="add mod">
          <ac:chgData name="Achara, Achara" userId="d06a4b10-4bf8-49ea-bbc6-14aa5354bbdb" providerId="ADAL" clId="{8475626B-47EA-59D6-95D4-21D76B4BF677}" dt="2026-02-10T22:40:31.857" v="1344" actId="1076"/>
          <ac:grpSpMkLst>
            <pc:docMk/>
            <pc:sldMk cId="0" sldId="265"/>
            <ac:grpSpMk id="36" creationId="{B0F97DD0-3383-B7B8-DD75-34519630C7F2}"/>
          </ac:grpSpMkLst>
        </pc:grpChg>
        <pc:grpChg chg="del">
          <ac:chgData name="Achara, Achara" userId="d06a4b10-4bf8-49ea-bbc6-14aa5354bbdb" providerId="ADAL" clId="{8475626B-47EA-59D6-95D4-21D76B4BF677}" dt="2026-02-10T03:37:35.029" v="945" actId="478"/>
          <ac:grpSpMkLst>
            <pc:docMk/>
            <pc:sldMk cId="0" sldId="265"/>
            <ac:grpSpMk id="1176" creationId="{00000000-0000-0000-0000-000000000000}"/>
          </ac:grpSpMkLst>
        </pc:grpChg>
        <pc:grpChg chg="del">
          <ac:chgData name="Achara, Achara" userId="d06a4b10-4bf8-49ea-bbc6-14aa5354bbdb" providerId="ADAL" clId="{8475626B-47EA-59D6-95D4-21D76B4BF677}" dt="2026-02-10T03:36:52.845" v="940" actId="478"/>
          <ac:grpSpMkLst>
            <pc:docMk/>
            <pc:sldMk cId="0" sldId="265"/>
            <ac:grpSpMk id="1181" creationId="{00000000-0000-0000-0000-000000000000}"/>
          </ac:grpSpMkLst>
        </pc:grpChg>
        <pc:grpChg chg="del">
          <ac:chgData name="Achara, Achara" userId="d06a4b10-4bf8-49ea-bbc6-14aa5354bbdb" providerId="ADAL" clId="{8475626B-47EA-59D6-95D4-21D76B4BF677}" dt="2026-02-10T03:32:44.922" v="873" actId="478"/>
          <ac:grpSpMkLst>
            <pc:docMk/>
            <pc:sldMk cId="0" sldId="265"/>
            <ac:grpSpMk id="1184" creationId="{00000000-0000-0000-0000-000000000000}"/>
          </ac:grpSpMkLst>
        </pc:grpChg>
        <pc:picChg chg="add mod">
          <ac:chgData name="Achara, Achara" userId="d06a4b10-4bf8-49ea-bbc6-14aa5354bbdb" providerId="ADAL" clId="{8475626B-47EA-59D6-95D4-21D76B4BF677}" dt="2026-02-10T03:53:47.113" v="975" actId="1076"/>
          <ac:picMkLst>
            <pc:docMk/>
            <pc:sldMk cId="0" sldId="265"/>
            <ac:picMk id="23" creationId="{21AF8F2B-C4CE-8337-309D-55D7FA1B3747}"/>
          </ac:picMkLst>
        </pc:picChg>
        <pc:picChg chg="add mod">
          <ac:chgData name="Achara, Achara" userId="d06a4b10-4bf8-49ea-bbc6-14aa5354bbdb" providerId="ADAL" clId="{8475626B-47EA-59D6-95D4-21D76B4BF677}" dt="2026-02-10T04:09:38.509" v="1049" actId="14100"/>
          <ac:picMkLst>
            <pc:docMk/>
            <pc:sldMk cId="0" sldId="265"/>
            <ac:picMk id="26" creationId="{52A4358F-49E9-E1E5-6520-6153940C6588}"/>
          </ac:picMkLst>
        </pc:picChg>
        <pc:picChg chg="add del mod">
          <ac:chgData name="Achara, Achara" userId="d06a4b10-4bf8-49ea-bbc6-14aa5354bbdb" providerId="ADAL" clId="{8475626B-47EA-59D6-95D4-21D76B4BF677}" dt="2026-02-10T22:37:46.845" v="1297" actId="478"/>
          <ac:picMkLst>
            <pc:docMk/>
            <pc:sldMk cId="0" sldId="265"/>
            <ac:picMk id="28" creationId="{6B4DF1A1-EA06-1BE4-DF06-DAF035C304E6}"/>
          </ac:picMkLst>
        </pc:picChg>
        <pc:picChg chg="add mod">
          <ac:chgData name="Achara, Achara" userId="d06a4b10-4bf8-49ea-bbc6-14aa5354bbdb" providerId="ADAL" clId="{8475626B-47EA-59D6-95D4-21D76B4BF677}" dt="2026-02-10T22:40:36.225" v="1345" actId="1076"/>
          <ac:picMkLst>
            <pc:docMk/>
            <pc:sldMk cId="0" sldId="265"/>
            <ac:picMk id="30" creationId="{9A6B14E2-6576-814E-8650-26B27A176770}"/>
          </ac:picMkLst>
        </pc:picChg>
      </pc:sldChg>
      <pc:sldChg chg="del ord modNotes modNotesTx">
        <pc:chgData name="Achara, Achara" userId="d06a4b10-4bf8-49ea-bbc6-14aa5354bbdb" providerId="ADAL" clId="{8475626B-47EA-59D6-95D4-21D76B4BF677}" dt="2026-02-10T22:42:15.393" v="1370" actId="2696"/>
        <pc:sldMkLst>
          <pc:docMk/>
          <pc:sldMk cId="0" sldId="266"/>
        </pc:sldMkLst>
      </pc:sldChg>
      <pc:sldChg chg="modSp del mod modNotes">
        <pc:chgData name="Achara, Achara" userId="d06a4b10-4bf8-49ea-bbc6-14aa5354bbdb" providerId="ADAL" clId="{8475626B-47EA-59D6-95D4-21D76B4BF677}" dt="2026-02-10T22:45:35.316" v="1446" actId="2696"/>
        <pc:sldMkLst>
          <pc:docMk/>
          <pc:sldMk cId="0" sldId="267"/>
        </pc:sldMkLst>
        <pc:spChg chg="mod">
          <ac:chgData name="Achara, Achara" userId="d06a4b10-4bf8-49ea-bbc6-14aa5354bbdb" providerId="ADAL" clId="{8475626B-47EA-59D6-95D4-21D76B4BF677}" dt="2026-02-10T22:30:03.758" v="1288" actId="20577"/>
          <ac:spMkLst>
            <pc:docMk/>
            <pc:sldMk cId="0" sldId="267"/>
            <ac:spMk id="1241" creationId="{00000000-0000-0000-0000-000000000000}"/>
          </ac:spMkLst>
        </pc:spChg>
      </pc:sldChg>
      <pc:sldChg chg="del modNotes">
        <pc:chgData name="Achara, Achara" userId="d06a4b10-4bf8-49ea-bbc6-14aa5354bbdb" providerId="ADAL" clId="{8475626B-47EA-59D6-95D4-21D76B4BF677}" dt="2026-02-10T22:43:15.510" v="1371" actId="2696"/>
        <pc:sldMkLst>
          <pc:docMk/>
          <pc:sldMk cId="0" sldId="268"/>
        </pc:sldMkLst>
      </pc:sldChg>
      <pc:sldChg chg="del modNotes">
        <pc:chgData name="Achara, Achara" userId="d06a4b10-4bf8-49ea-bbc6-14aa5354bbdb" providerId="ADAL" clId="{8475626B-47EA-59D6-95D4-21D76B4BF677}" dt="2026-02-10T22:43:16.959" v="1372" actId="2696"/>
        <pc:sldMkLst>
          <pc:docMk/>
          <pc:sldMk cId="0" sldId="269"/>
        </pc:sldMkLst>
      </pc:sldChg>
      <pc:sldChg chg="del modNotes">
        <pc:chgData name="Achara, Achara" userId="d06a4b10-4bf8-49ea-bbc6-14aa5354bbdb" providerId="ADAL" clId="{8475626B-47EA-59D6-95D4-21D76B4BF677}" dt="2026-02-10T22:43:19.008" v="1373" actId="2696"/>
        <pc:sldMkLst>
          <pc:docMk/>
          <pc:sldMk cId="0" sldId="270"/>
        </pc:sldMkLst>
      </pc:sldChg>
      <pc:sldChg chg="del modNotes">
        <pc:chgData name="Achara, Achara" userId="d06a4b10-4bf8-49ea-bbc6-14aa5354bbdb" providerId="ADAL" clId="{8475626B-47EA-59D6-95D4-21D76B4BF677}" dt="2026-02-10T22:43:20.126" v="1374" actId="2696"/>
        <pc:sldMkLst>
          <pc:docMk/>
          <pc:sldMk cId="0" sldId="271"/>
        </pc:sldMkLst>
      </pc:sldChg>
      <pc:sldChg chg="del modNotes">
        <pc:chgData name="Achara, Achara" userId="d06a4b10-4bf8-49ea-bbc6-14aa5354bbdb" providerId="ADAL" clId="{8475626B-47EA-59D6-95D4-21D76B4BF677}" dt="2026-02-10T22:43:20.798" v="1375" actId="2696"/>
        <pc:sldMkLst>
          <pc:docMk/>
          <pc:sldMk cId="0" sldId="272"/>
        </pc:sldMkLst>
      </pc:sldChg>
      <pc:sldChg chg="del modNotes">
        <pc:chgData name="Achara, Achara" userId="d06a4b10-4bf8-49ea-bbc6-14aa5354bbdb" providerId="ADAL" clId="{8475626B-47EA-59D6-95D4-21D76B4BF677}" dt="2026-02-10T22:43:21.400" v="1376" actId="2696"/>
        <pc:sldMkLst>
          <pc:docMk/>
          <pc:sldMk cId="0" sldId="273"/>
        </pc:sldMkLst>
      </pc:sldChg>
      <pc:sldChg chg="del modNotes">
        <pc:chgData name="Achara, Achara" userId="d06a4b10-4bf8-49ea-bbc6-14aa5354bbdb" providerId="ADAL" clId="{8475626B-47EA-59D6-95D4-21D76B4BF677}" dt="2026-02-10T22:43:22.017" v="1377" actId="2696"/>
        <pc:sldMkLst>
          <pc:docMk/>
          <pc:sldMk cId="0" sldId="274"/>
        </pc:sldMkLst>
      </pc:sldChg>
      <pc:sldChg chg="addSp delSp modSp mod ord modNotesTx">
        <pc:chgData name="Achara, Achara" userId="d06a4b10-4bf8-49ea-bbc6-14aa5354bbdb" providerId="ADAL" clId="{8475626B-47EA-59D6-95D4-21D76B4BF677}" dt="2026-02-10T23:54:40.871" v="1669" actId="20577"/>
        <pc:sldMkLst>
          <pc:docMk/>
          <pc:sldMk cId="0" sldId="275"/>
        </pc:sldMkLst>
        <pc:spChg chg="mod">
          <ac:chgData name="Achara, Achara" userId="d06a4b10-4bf8-49ea-bbc6-14aa5354bbdb" providerId="ADAL" clId="{8475626B-47EA-59D6-95D4-21D76B4BF677}" dt="2026-02-10T04:13:59.397" v="1058" actId="1076"/>
          <ac:spMkLst>
            <pc:docMk/>
            <pc:sldMk cId="0" sldId="275"/>
            <ac:spMk id="1399" creationId="{00000000-0000-0000-0000-000000000000}"/>
          </ac:spMkLst>
        </pc:spChg>
        <pc:spChg chg="mod">
          <ac:chgData name="Achara, Achara" userId="d06a4b10-4bf8-49ea-bbc6-14aa5354bbdb" providerId="ADAL" clId="{8475626B-47EA-59D6-95D4-21D76B4BF677}" dt="2026-02-10T23:54:40.871" v="1669" actId="20577"/>
          <ac:spMkLst>
            <pc:docMk/>
            <pc:sldMk cId="0" sldId="275"/>
            <ac:spMk id="1400" creationId="{00000000-0000-0000-0000-000000000000}"/>
          </ac:spMkLst>
        </pc:spChg>
        <pc:picChg chg="add mod">
          <ac:chgData name="Achara, Achara" userId="d06a4b10-4bf8-49ea-bbc6-14aa5354bbdb" providerId="ADAL" clId="{8475626B-47EA-59D6-95D4-21D76B4BF677}" dt="2026-02-10T03:17:12.210" v="433" actId="1076"/>
          <ac:picMkLst>
            <pc:docMk/>
            <pc:sldMk cId="0" sldId="275"/>
            <ac:picMk id="2" creationId="{7F57D4E4-DA97-B8E7-05A8-327CE6302E8B}"/>
          </ac:picMkLst>
        </pc:picChg>
        <pc:picChg chg="add mod">
          <ac:chgData name="Achara, Achara" userId="d06a4b10-4bf8-49ea-bbc6-14aa5354bbdb" providerId="ADAL" clId="{8475626B-47EA-59D6-95D4-21D76B4BF677}" dt="2026-02-10T03:17:19.972" v="434"/>
          <ac:picMkLst>
            <pc:docMk/>
            <pc:sldMk cId="0" sldId="275"/>
            <ac:picMk id="3" creationId="{2F8A23E4-2BC4-D784-2DC9-9B950CC0CC94}"/>
          </ac:picMkLst>
        </pc:picChg>
        <pc:picChg chg="del">
          <ac:chgData name="Achara, Achara" userId="d06a4b10-4bf8-49ea-bbc6-14aa5354bbdb" providerId="ADAL" clId="{8475626B-47EA-59D6-95D4-21D76B4BF677}" dt="2026-02-10T03:16:25.118" v="420" actId="478"/>
          <ac:picMkLst>
            <pc:docMk/>
            <pc:sldMk cId="0" sldId="275"/>
            <ac:picMk id="1405" creationId="{00000000-0000-0000-0000-000000000000}"/>
          </ac:picMkLst>
        </pc:picChg>
      </pc:sldChg>
      <pc:sldChg chg="addSp delSp modSp mod ord modNotes">
        <pc:chgData name="Achara, Achara" userId="d06a4b10-4bf8-49ea-bbc6-14aa5354bbdb" providerId="ADAL" clId="{8475626B-47EA-59D6-95D4-21D76B4BF677}" dt="2026-02-10T22:21:18.491" v="1170" actId="14100"/>
        <pc:sldMkLst>
          <pc:docMk/>
          <pc:sldMk cId="0" sldId="276"/>
        </pc:sldMkLst>
        <pc:spChg chg="mod">
          <ac:chgData name="Achara, Achara" userId="d06a4b10-4bf8-49ea-bbc6-14aa5354bbdb" providerId="ADAL" clId="{8475626B-47EA-59D6-95D4-21D76B4BF677}" dt="2026-02-10T22:20:53.219" v="1168" actId="20577"/>
          <ac:spMkLst>
            <pc:docMk/>
            <pc:sldMk cId="0" sldId="276"/>
            <ac:spMk id="1410" creationId="{00000000-0000-0000-0000-000000000000}"/>
          </ac:spMkLst>
        </pc:spChg>
        <pc:spChg chg="mod">
          <ac:chgData name="Achara, Achara" userId="d06a4b10-4bf8-49ea-bbc6-14aa5354bbdb" providerId="ADAL" clId="{8475626B-47EA-59D6-95D4-21D76B4BF677}" dt="2026-02-10T22:21:18.491" v="1170" actId="14100"/>
          <ac:spMkLst>
            <pc:docMk/>
            <pc:sldMk cId="0" sldId="276"/>
            <ac:spMk id="1411" creationId="{00000000-0000-0000-0000-000000000000}"/>
          </ac:spMkLst>
        </pc:spChg>
        <pc:picChg chg="add mod">
          <ac:chgData name="Achara, Achara" userId="d06a4b10-4bf8-49ea-bbc6-14aa5354bbdb" providerId="ADAL" clId="{8475626B-47EA-59D6-95D4-21D76B4BF677}" dt="2026-02-10T22:18:09.684" v="1119" actId="14100"/>
          <ac:picMkLst>
            <pc:docMk/>
            <pc:sldMk cId="0" sldId="276"/>
            <ac:picMk id="3" creationId="{A67C72B4-3F34-551B-B5F2-571BD3250D99}"/>
          </ac:picMkLst>
        </pc:picChg>
        <pc:picChg chg="del">
          <ac:chgData name="Achara, Achara" userId="d06a4b10-4bf8-49ea-bbc6-14aa5354bbdb" providerId="ADAL" clId="{8475626B-47EA-59D6-95D4-21D76B4BF677}" dt="2026-02-10T22:17:13.116" v="1105" actId="478"/>
          <ac:picMkLst>
            <pc:docMk/>
            <pc:sldMk cId="0" sldId="276"/>
            <ac:picMk id="1415" creationId="{00000000-0000-0000-0000-000000000000}"/>
          </ac:picMkLst>
        </pc:picChg>
      </pc:sldChg>
      <pc:sldChg chg="addSp delSp modSp mod ord modNotes modNotesTx">
        <pc:chgData name="Achara, Achara" userId="d06a4b10-4bf8-49ea-bbc6-14aa5354bbdb" providerId="ADAL" clId="{8475626B-47EA-59D6-95D4-21D76B4BF677}" dt="2026-02-10T23:58:31.781" v="1711" actId="20577"/>
        <pc:sldMkLst>
          <pc:docMk/>
          <pc:sldMk cId="0" sldId="277"/>
        </pc:sldMkLst>
        <pc:spChg chg="mod">
          <ac:chgData name="Achara, Achara" userId="d06a4b10-4bf8-49ea-bbc6-14aa5354bbdb" providerId="ADAL" clId="{8475626B-47EA-59D6-95D4-21D76B4BF677}" dt="2026-02-10T22:19:38.536" v="1146" actId="20577"/>
          <ac:spMkLst>
            <pc:docMk/>
            <pc:sldMk cId="0" sldId="277"/>
            <ac:spMk id="1420" creationId="{00000000-0000-0000-0000-000000000000}"/>
          </ac:spMkLst>
        </pc:spChg>
        <pc:spChg chg="mod">
          <ac:chgData name="Achara, Achara" userId="d06a4b10-4bf8-49ea-bbc6-14aa5354bbdb" providerId="ADAL" clId="{8475626B-47EA-59D6-95D4-21D76B4BF677}" dt="2026-02-10T23:58:31.781" v="1711" actId="20577"/>
          <ac:spMkLst>
            <pc:docMk/>
            <pc:sldMk cId="0" sldId="277"/>
            <ac:spMk id="1421" creationId="{00000000-0000-0000-0000-000000000000}"/>
          </ac:spMkLst>
        </pc:spChg>
        <pc:grpChg chg="mod">
          <ac:chgData name="Achara, Achara" userId="d06a4b10-4bf8-49ea-bbc6-14aa5354bbdb" providerId="ADAL" clId="{8475626B-47EA-59D6-95D4-21D76B4BF677}" dt="2026-02-10T22:18:35.382" v="1123" actId="1076"/>
          <ac:grpSpMkLst>
            <pc:docMk/>
            <pc:sldMk cId="0" sldId="277"/>
            <ac:grpSpMk id="1422" creationId="{00000000-0000-0000-0000-000000000000}"/>
          </ac:grpSpMkLst>
        </pc:grpChg>
        <pc:picChg chg="add mod">
          <ac:chgData name="Achara, Achara" userId="d06a4b10-4bf8-49ea-bbc6-14aa5354bbdb" providerId="ADAL" clId="{8475626B-47EA-59D6-95D4-21D76B4BF677}" dt="2026-02-10T22:19:10.651" v="1131" actId="14100"/>
          <ac:picMkLst>
            <pc:docMk/>
            <pc:sldMk cId="0" sldId="277"/>
            <ac:picMk id="3" creationId="{0962BF0B-36B1-9632-789D-1CA5B9389F6D}"/>
          </ac:picMkLst>
        </pc:picChg>
        <pc:picChg chg="del">
          <ac:chgData name="Achara, Achara" userId="d06a4b10-4bf8-49ea-bbc6-14aa5354bbdb" providerId="ADAL" clId="{8475626B-47EA-59D6-95D4-21D76B4BF677}" dt="2026-02-10T22:18:24.401" v="1120" actId="478"/>
          <ac:picMkLst>
            <pc:docMk/>
            <pc:sldMk cId="0" sldId="277"/>
            <ac:picMk id="1425" creationId="{00000000-0000-0000-0000-000000000000}"/>
          </ac:picMkLst>
        </pc:picChg>
      </pc:sldChg>
      <pc:sldChg chg="del modNotes">
        <pc:chgData name="Achara, Achara" userId="d06a4b10-4bf8-49ea-bbc6-14aa5354bbdb" providerId="ADAL" clId="{8475626B-47EA-59D6-95D4-21D76B4BF677}" dt="2026-02-10T22:43:24.630" v="1378" actId="2696"/>
        <pc:sldMkLst>
          <pc:docMk/>
          <pc:sldMk cId="0" sldId="278"/>
        </pc:sldMkLst>
      </pc:sldChg>
      <pc:sldChg chg="del modNotes">
        <pc:chgData name="Achara, Achara" userId="d06a4b10-4bf8-49ea-bbc6-14aa5354bbdb" providerId="ADAL" clId="{8475626B-47EA-59D6-95D4-21D76B4BF677}" dt="2026-02-10T22:43:33.837" v="1379" actId="2696"/>
        <pc:sldMkLst>
          <pc:docMk/>
          <pc:sldMk cId="0" sldId="279"/>
        </pc:sldMkLst>
      </pc:sldChg>
      <pc:sldChg chg="modSp mod ord modNotes">
        <pc:chgData name="Achara, Achara" userId="d06a4b10-4bf8-49ea-bbc6-14aa5354bbdb" providerId="ADAL" clId="{8475626B-47EA-59D6-95D4-21D76B4BF677}" dt="2026-02-10T22:47:28.523" v="1481" actId="20577"/>
        <pc:sldMkLst>
          <pc:docMk/>
          <pc:sldMk cId="0" sldId="280"/>
        </pc:sldMkLst>
        <pc:spChg chg="mod">
          <ac:chgData name="Achara, Achara" userId="d06a4b10-4bf8-49ea-bbc6-14aa5354bbdb" providerId="ADAL" clId="{8475626B-47EA-59D6-95D4-21D76B4BF677}" dt="2026-02-10T22:47:28.523" v="1481" actId="20577"/>
          <ac:spMkLst>
            <pc:docMk/>
            <pc:sldMk cId="0" sldId="280"/>
            <ac:spMk id="1500" creationId="{00000000-0000-0000-0000-000000000000}"/>
          </ac:spMkLst>
        </pc:spChg>
        <pc:spChg chg="mod">
          <ac:chgData name="Achara, Achara" userId="d06a4b10-4bf8-49ea-bbc6-14aa5354bbdb" providerId="ADAL" clId="{8475626B-47EA-59D6-95D4-21D76B4BF677}" dt="2026-02-10T22:28:14.047" v="1261"/>
          <ac:spMkLst>
            <pc:docMk/>
            <pc:sldMk cId="0" sldId="280"/>
            <ac:spMk id="1501" creationId="{00000000-0000-0000-0000-000000000000}"/>
          </ac:spMkLst>
        </pc:spChg>
        <pc:spChg chg="mod">
          <ac:chgData name="Achara, Achara" userId="d06a4b10-4bf8-49ea-bbc6-14aa5354bbdb" providerId="ADAL" clId="{8475626B-47EA-59D6-95D4-21D76B4BF677}" dt="2026-02-10T22:28:23.102" v="1262"/>
          <ac:spMkLst>
            <pc:docMk/>
            <pc:sldMk cId="0" sldId="280"/>
            <ac:spMk id="1502" creationId="{00000000-0000-0000-0000-000000000000}"/>
          </ac:spMkLst>
        </pc:spChg>
        <pc:spChg chg="mod">
          <ac:chgData name="Achara, Achara" userId="d06a4b10-4bf8-49ea-bbc6-14aa5354bbdb" providerId="ADAL" clId="{8475626B-47EA-59D6-95D4-21D76B4BF677}" dt="2026-02-10T22:27:26.629" v="1216" actId="20577"/>
          <ac:spMkLst>
            <pc:docMk/>
            <pc:sldMk cId="0" sldId="280"/>
            <ac:spMk id="1503" creationId="{00000000-0000-0000-0000-000000000000}"/>
          </ac:spMkLst>
        </pc:spChg>
        <pc:spChg chg="mod">
          <ac:chgData name="Achara, Achara" userId="d06a4b10-4bf8-49ea-bbc6-14aa5354bbdb" providerId="ADAL" clId="{8475626B-47EA-59D6-95D4-21D76B4BF677}" dt="2026-02-10T22:27:32.049" v="1229" actId="20577"/>
          <ac:spMkLst>
            <pc:docMk/>
            <pc:sldMk cId="0" sldId="280"/>
            <ac:spMk id="1504" creationId="{00000000-0000-0000-0000-000000000000}"/>
          </ac:spMkLst>
        </pc:spChg>
        <pc:spChg chg="mod">
          <ac:chgData name="Achara, Achara" userId="d06a4b10-4bf8-49ea-bbc6-14aa5354bbdb" providerId="ADAL" clId="{8475626B-47EA-59D6-95D4-21D76B4BF677}" dt="2026-02-10T22:28:48.357" v="1263"/>
          <ac:spMkLst>
            <pc:docMk/>
            <pc:sldMk cId="0" sldId="280"/>
            <ac:spMk id="1505" creationId="{00000000-0000-0000-0000-000000000000}"/>
          </ac:spMkLst>
        </pc:spChg>
        <pc:spChg chg="mod">
          <ac:chgData name="Achara, Achara" userId="d06a4b10-4bf8-49ea-bbc6-14aa5354bbdb" providerId="ADAL" clId="{8475626B-47EA-59D6-95D4-21D76B4BF677}" dt="2026-02-10T22:28:58.186" v="1264"/>
          <ac:spMkLst>
            <pc:docMk/>
            <pc:sldMk cId="0" sldId="280"/>
            <ac:spMk id="1506" creationId="{00000000-0000-0000-0000-000000000000}"/>
          </ac:spMkLst>
        </pc:spChg>
        <pc:spChg chg="mod">
          <ac:chgData name="Achara, Achara" userId="d06a4b10-4bf8-49ea-bbc6-14aa5354bbdb" providerId="ADAL" clId="{8475626B-47EA-59D6-95D4-21D76B4BF677}" dt="2026-02-10T22:27:37.880" v="1240" actId="20577"/>
          <ac:spMkLst>
            <pc:docMk/>
            <pc:sldMk cId="0" sldId="280"/>
            <ac:spMk id="1507" creationId="{00000000-0000-0000-0000-000000000000}"/>
          </ac:spMkLst>
        </pc:spChg>
        <pc:spChg chg="mod">
          <ac:chgData name="Achara, Achara" userId="d06a4b10-4bf8-49ea-bbc6-14aa5354bbdb" providerId="ADAL" clId="{8475626B-47EA-59D6-95D4-21D76B4BF677}" dt="2026-02-10T22:29:05.909" v="1268" actId="20577"/>
          <ac:spMkLst>
            <pc:docMk/>
            <pc:sldMk cId="0" sldId="280"/>
            <ac:spMk id="1508" creationId="{00000000-0000-0000-0000-000000000000}"/>
          </ac:spMkLst>
        </pc:spChg>
      </pc:sldChg>
      <pc:sldChg chg="del modNotes">
        <pc:chgData name="Achara, Achara" userId="d06a4b10-4bf8-49ea-bbc6-14aa5354bbdb" providerId="ADAL" clId="{8475626B-47EA-59D6-95D4-21D76B4BF677}" dt="2026-02-10T22:43:34.816" v="1380" actId="2696"/>
        <pc:sldMkLst>
          <pc:docMk/>
          <pc:sldMk cId="0" sldId="281"/>
        </pc:sldMkLst>
      </pc:sldChg>
      <pc:sldChg chg="del modNotes">
        <pc:chgData name="Achara, Achara" userId="d06a4b10-4bf8-49ea-bbc6-14aa5354bbdb" providerId="ADAL" clId="{8475626B-47EA-59D6-95D4-21D76B4BF677}" dt="2026-02-10T22:43:36.004" v="1381" actId="2696"/>
        <pc:sldMkLst>
          <pc:docMk/>
          <pc:sldMk cId="0" sldId="282"/>
        </pc:sldMkLst>
      </pc:sldChg>
      <pc:sldChg chg="addSp modSp mod ord modNotes modNotesTx">
        <pc:chgData name="Achara, Achara" userId="d06a4b10-4bf8-49ea-bbc6-14aa5354bbdb" providerId="ADAL" clId="{8475626B-47EA-59D6-95D4-21D76B4BF677}" dt="2026-02-10T23:30:48.497" v="1596" actId="20577"/>
        <pc:sldMkLst>
          <pc:docMk/>
          <pc:sldMk cId="0" sldId="283"/>
        </pc:sldMkLst>
        <pc:spChg chg="mod">
          <ac:chgData name="Achara, Achara" userId="d06a4b10-4bf8-49ea-bbc6-14aa5354bbdb" providerId="ADAL" clId="{8475626B-47EA-59D6-95D4-21D76B4BF677}" dt="2026-02-10T22:47:20.055" v="1470" actId="20577"/>
          <ac:spMkLst>
            <pc:docMk/>
            <pc:sldMk cId="0" sldId="283"/>
            <ac:spMk id="1564" creationId="{00000000-0000-0000-0000-000000000000}"/>
          </ac:spMkLst>
        </pc:spChg>
        <pc:spChg chg="mod">
          <ac:chgData name="Achara, Achara" userId="d06a4b10-4bf8-49ea-bbc6-14aa5354bbdb" providerId="ADAL" clId="{8475626B-47EA-59D6-95D4-21D76B4BF677}" dt="2026-02-10T22:25:51.372" v="1196" actId="20577"/>
          <ac:spMkLst>
            <pc:docMk/>
            <pc:sldMk cId="0" sldId="283"/>
            <ac:spMk id="1566" creationId="{00000000-0000-0000-0000-000000000000}"/>
          </ac:spMkLst>
        </pc:spChg>
        <pc:picChg chg="add mod">
          <ac:chgData name="Achara, Achara" userId="d06a4b10-4bf8-49ea-bbc6-14aa5354bbdb" providerId="ADAL" clId="{8475626B-47EA-59D6-95D4-21D76B4BF677}" dt="2026-02-10T23:30:02.441" v="1592" actId="1076"/>
          <ac:picMkLst>
            <pc:docMk/>
            <pc:sldMk cId="0" sldId="283"/>
            <ac:picMk id="3" creationId="{196A6F00-E186-89DE-2811-01D431DAD033}"/>
          </ac:picMkLst>
        </pc:picChg>
      </pc:sldChg>
      <pc:sldChg chg="del modNotes">
        <pc:chgData name="Achara, Achara" userId="d06a4b10-4bf8-49ea-bbc6-14aa5354bbdb" providerId="ADAL" clId="{8475626B-47EA-59D6-95D4-21D76B4BF677}" dt="2026-02-10T22:43:36.795" v="1382" actId="2696"/>
        <pc:sldMkLst>
          <pc:docMk/>
          <pc:sldMk cId="0" sldId="284"/>
        </pc:sldMkLst>
      </pc:sldChg>
      <pc:sldChg chg="addSp modSp del mod ord modNotes">
        <pc:chgData name="Achara, Achara" userId="d06a4b10-4bf8-49ea-bbc6-14aa5354bbdb" providerId="ADAL" clId="{8475626B-47EA-59D6-95D4-21D76B4BF677}" dt="2026-02-10T22:44:54.532" v="1418" actId="2696"/>
        <pc:sldMkLst>
          <pc:docMk/>
          <pc:sldMk cId="0" sldId="285"/>
        </pc:sldMkLst>
        <pc:spChg chg="add mod">
          <ac:chgData name="Achara, Achara" userId="d06a4b10-4bf8-49ea-bbc6-14aa5354bbdb" providerId="ADAL" clId="{8475626B-47EA-59D6-95D4-21D76B4BF677}" dt="2026-02-10T22:44:33.256" v="1417"/>
          <ac:spMkLst>
            <pc:docMk/>
            <pc:sldMk cId="0" sldId="285"/>
            <ac:spMk id="2" creationId="{13AC5624-C280-0C2B-8465-5E1C8D1ABC93}"/>
          </ac:spMkLst>
        </pc:spChg>
        <pc:spChg chg="add mod">
          <ac:chgData name="Achara, Achara" userId="d06a4b10-4bf8-49ea-bbc6-14aa5354bbdb" providerId="ADAL" clId="{8475626B-47EA-59D6-95D4-21D76B4BF677}" dt="2026-02-10T22:44:33.256" v="1417"/>
          <ac:spMkLst>
            <pc:docMk/>
            <pc:sldMk cId="0" sldId="285"/>
            <ac:spMk id="3" creationId="{55C6ADA3-5F31-5A5B-2277-C0F58C0E85F9}"/>
          </ac:spMkLst>
        </pc:spChg>
        <pc:spChg chg="add mod">
          <ac:chgData name="Achara, Achara" userId="d06a4b10-4bf8-49ea-bbc6-14aa5354bbdb" providerId="ADAL" clId="{8475626B-47EA-59D6-95D4-21D76B4BF677}" dt="2026-02-10T22:44:33.256" v="1417"/>
          <ac:spMkLst>
            <pc:docMk/>
            <pc:sldMk cId="0" sldId="285"/>
            <ac:spMk id="4" creationId="{CD42335D-25DE-B2F0-6456-D9648EEC4F7A}"/>
          </ac:spMkLst>
        </pc:spChg>
        <pc:spChg chg="add mod">
          <ac:chgData name="Achara, Achara" userId="d06a4b10-4bf8-49ea-bbc6-14aa5354bbdb" providerId="ADAL" clId="{8475626B-47EA-59D6-95D4-21D76B4BF677}" dt="2026-02-10T22:44:33.256" v="1417"/>
          <ac:spMkLst>
            <pc:docMk/>
            <pc:sldMk cId="0" sldId="285"/>
            <ac:spMk id="5" creationId="{2A4DB012-2E05-5752-9B18-6F57BD1BC9F5}"/>
          </ac:spMkLst>
        </pc:spChg>
        <pc:spChg chg="add mod">
          <ac:chgData name="Achara, Achara" userId="d06a4b10-4bf8-49ea-bbc6-14aa5354bbdb" providerId="ADAL" clId="{8475626B-47EA-59D6-95D4-21D76B4BF677}" dt="2026-02-10T22:44:33.256" v="1417"/>
          <ac:spMkLst>
            <pc:docMk/>
            <pc:sldMk cId="0" sldId="285"/>
            <ac:spMk id="6" creationId="{6859EA42-47A6-854C-4381-47789267F0B4}"/>
          </ac:spMkLst>
        </pc:spChg>
        <pc:spChg chg="add mod">
          <ac:chgData name="Achara, Achara" userId="d06a4b10-4bf8-49ea-bbc6-14aa5354bbdb" providerId="ADAL" clId="{8475626B-47EA-59D6-95D4-21D76B4BF677}" dt="2026-02-10T22:44:33.256" v="1417"/>
          <ac:spMkLst>
            <pc:docMk/>
            <pc:sldMk cId="0" sldId="285"/>
            <ac:spMk id="7" creationId="{D92A61FF-10E4-EC0F-A3FC-77F07BDDBAB7}"/>
          </ac:spMkLst>
        </pc:spChg>
        <pc:spChg chg="add mod">
          <ac:chgData name="Achara, Achara" userId="d06a4b10-4bf8-49ea-bbc6-14aa5354bbdb" providerId="ADAL" clId="{8475626B-47EA-59D6-95D4-21D76B4BF677}" dt="2026-02-10T22:44:33.256" v="1417"/>
          <ac:spMkLst>
            <pc:docMk/>
            <pc:sldMk cId="0" sldId="285"/>
            <ac:spMk id="8" creationId="{535F9025-21F0-3310-14FD-8E6197EBF128}"/>
          </ac:spMkLst>
        </pc:spChg>
        <pc:spChg chg="add mod">
          <ac:chgData name="Achara, Achara" userId="d06a4b10-4bf8-49ea-bbc6-14aa5354bbdb" providerId="ADAL" clId="{8475626B-47EA-59D6-95D4-21D76B4BF677}" dt="2026-02-10T22:44:33.256" v="1417"/>
          <ac:spMkLst>
            <pc:docMk/>
            <pc:sldMk cId="0" sldId="285"/>
            <ac:spMk id="9" creationId="{E456F4D7-E068-03F1-7665-AD3E1BC36AB2}"/>
          </ac:spMkLst>
        </pc:spChg>
        <pc:spChg chg="add mod">
          <ac:chgData name="Achara, Achara" userId="d06a4b10-4bf8-49ea-bbc6-14aa5354bbdb" providerId="ADAL" clId="{8475626B-47EA-59D6-95D4-21D76B4BF677}" dt="2026-02-10T22:44:33.256" v="1417"/>
          <ac:spMkLst>
            <pc:docMk/>
            <pc:sldMk cId="0" sldId="285"/>
            <ac:spMk id="10" creationId="{28305439-CD88-E6B2-A083-4E94D5886CD4}"/>
          </ac:spMkLst>
        </pc:spChg>
        <pc:spChg chg="mod">
          <ac:chgData name="Achara, Achara" userId="d06a4b10-4bf8-49ea-bbc6-14aa5354bbdb" providerId="ADAL" clId="{8475626B-47EA-59D6-95D4-21D76B4BF677}" dt="2026-02-10T22:43:50.637" v="1397" actId="20577"/>
          <ac:spMkLst>
            <pc:docMk/>
            <pc:sldMk cId="0" sldId="285"/>
            <ac:spMk id="1607" creationId="{00000000-0000-0000-0000-000000000000}"/>
          </ac:spMkLst>
        </pc:spChg>
        <pc:spChg chg="mod">
          <ac:chgData name="Achara, Achara" userId="d06a4b10-4bf8-49ea-bbc6-14aa5354bbdb" providerId="ADAL" clId="{8475626B-47EA-59D6-95D4-21D76B4BF677}" dt="2026-02-10T22:44:15.733" v="1416"/>
          <ac:spMkLst>
            <pc:docMk/>
            <pc:sldMk cId="0" sldId="285"/>
            <ac:spMk id="1608" creationId="{00000000-0000-0000-0000-000000000000}"/>
          </ac:spMkLst>
        </pc:spChg>
        <pc:spChg chg="mod">
          <ac:chgData name="Achara, Achara" userId="d06a4b10-4bf8-49ea-bbc6-14aa5354bbdb" providerId="ADAL" clId="{8475626B-47EA-59D6-95D4-21D76B4BF677}" dt="2026-02-10T22:43:54.401" v="1406" actId="20577"/>
          <ac:spMkLst>
            <pc:docMk/>
            <pc:sldMk cId="0" sldId="285"/>
            <ac:spMk id="1609" creationId="{00000000-0000-0000-0000-000000000000}"/>
          </ac:spMkLst>
        </pc:spChg>
        <pc:spChg chg="mod">
          <ac:chgData name="Achara, Achara" userId="d06a4b10-4bf8-49ea-bbc6-14aa5354bbdb" providerId="ADAL" clId="{8475626B-47EA-59D6-95D4-21D76B4BF677}" dt="2026-02-10T22:43:58.450" v="1415" actId="20577"/>
          <ac:spMkLst>
            <pc:docMk/>
            <pc:sldMk cId="0" sldId="285"/>
            <ac:spMk id="1610" creationId="{00000000-0000-0000-0000-000000000000}"/>
          </ac:spMkLst>
        </pc:spChg>
        <pc:cxnChg chg="add mod">
          <ac:chgData name="Achara, Achara" userId="d06a4b10-4bf8-49ea-bbc6-14aa5354bbdb" providerId="ADAL" clId="{8475626B-47EA-59D6-95D4-21D76B4BF677}" dt="2026-02-10T22:44:33.256" v="1417"/>
          <ac:cxnSpMkLst>
            <pc:docMk/>
            <pc:sldMk cId="0" sldId="285"/>
            <ac:cxnSpMk id="12" creationId="{78C5E2DC-05F1-C6BF-351E-78D8FC03E108}"/>
          </ac:cxnSpMkLst>
        </pc:cxnChg>
      </pc:sldChg>
      <pc:sldChg chg="del modNotes">
        <pc:chgData name="Achara, Achara" userId="d06a4b10-4bf8-49ea-bbc6-14aa5354bbdb" providerId="ADAL" clId="{8475626B-47EA-59D6-95D4-21D76B4BF677}" dt="2026-02-10T22:44:59.517" v="1419" actId="2696"/>
        <pc:sldMkLst>
          <pc:docMk/>
          <pc:sldMk cId="0" sldId="286"/>
        </pc:sldMkLst>
      </pc:sldChg>
      <pc:sldChg chg="del modNotes">
        <pc:chgData name="Achara, Achara" userId="d06a4b10-4bf8-49ea-bbc6-14aa5354bbdb" providerId="ADAL" clId="{8475626B-47EA-59D6-95D4-21D76B4BF677}" dt="2026-02-10T22:45:00.093" v="1420" actId="2696"/>
        <pc:sldMkLst>
          <pc:docMk/>
          <pc:sldMk cId="0" sldId="287"/>
        </pc:sldMkLst>
      </pc:sldChg>
      <pc:sldChg chg="del modNotes">
        <pc:chgData name="Achara, Achara" userId="d06a4b10-4bf8-49ea-bbc6-14aa5354bbdb" providerId="ADAL" clId="{8475626B-47EA-59D6-95D4-21D76B4BF677}" dt="2026-02-10T22:45:01.744" v="1421" actId="2696"/>
        <pc:sldMkLst>
          <pc:docMk/>
          <pc:sldMk cId="0" sldId="288"/>
        </pc:sldMkLst>
      </pc:sldChg>
      <pc:sldChg chg="del modNotes">
        <pc:chgData name="Achara, Achara" userId="d06a4b10-4bf8-49ea-bbc6-14aa5354bbdb" providerId="ADAL" clId="{8475626B-47EA-59D6-95D4-21D76B4BF677}" dt="2026-02-10T22:45:06.477" v="1422" actId="2696"/>
        <pc:sldMkLst>
          <pc:docMk/>
          <pc:sldMk cId="0" sldId="289"/>
        </pc:sldMkLst>
      </pc:sldChg>
      <pc:sldChg chg="ord modNotes">
        <pc:chgData name="Achara, Achara" userId="d06a4b10-4bf8-49ea-bbc6-14aa5354bbdb" providerId="ADAL" clId="{8475626B-47EA-59D6-95D4-21D76B4BF677}" dt="2026-02-10T22:30:31.327" v="1294" actId="20578"/>
        <pc:sldMkLst>
          <pc:docMk/>
          <pc:sldMk cId="0" sldId="290"/>
        </pc:sldMkLst>
      </pc:sldChg>
      <pc:sldChg chg="del modNotes">
        <pc:chgData name="Achara, Achara" userId="d06a4b10-4bf8-49ea-bbc6-14aa5354bbdb" providerId="ADAL" clId="{8475626B-47EA-59D6-95D4-21D76B4BF677}" dt="2026-02-10T22:45:07.612" v="1423" actId="2696"/>
        <pc:sldMkLst>
          <pc:docMk/>
          <pc:sldMk cId="0" sldId="291"/>
        </pc:sldMkLst>
      </pc:sldChg>
      <pc:sldChg chg="del modNotes">
        <pc:chgData name="Achara, Achara" userId="d06a4b10-4bf8-49ea-bbc6-14aa5354bbdb" providerId="ADAL" clId="{8475626B-47EA-59D6-95D4-21D76B4BF677}" dt="2026-02-10T22:45:11.130" v="1424" actId="2696"/>
        <pc:sldMkLst>
          <pc:docMk/>
          <pc:sldMk cId="0" sldId="292"/>
        </pc:sldMkLst>
      </pc:sldChg>
      <pc:sldChg chg="del modNotes">
        <pc:chgData name="Achara, Achara" userId="d06a4b10-4bf8-49ea-bbc6-14aa5354bbdb" providerId="ADAL" clId="{8475626B-47EA-59D6-95D4-21D76B4BF677}" dt="2026-02-10T22:45:11.958" v="1425" actId="2696"/>
        <pc:sldMkLst>
          <pc:docMk/>
          <pc:sldMk cId="0" sldId="293"/>
        </pc:sldMkLst>
      </pc:sldChg>
      <pc:sldChg chg="del">
        <pc:chgData name="Achara, Achara" userId="d06a4b10-4bf8-49ea-bbc6-14aa5354bbdb" providerId="ADAL" clId="{8475626B-47EA-59D6-95D4-21D76B4BF677}" dt="2026-02-10T22:45:12.586" v="1426" actId="2696"/>
        <pc:sldMkLst>
          <pc:docMk/>
          <pc:sldMk cId="0" sldId="294"/>
        </pc:sldMkLst>
      </pc:sldChg>
      <pc:sldChg chg="del">
        <pc:chgData name="Achara, Achara" userId="d06a4b10-4bf8-49ea-bbc6-14aa5354bbdb" providerId="ADAL" clId="{8475626B-47EA-59D6-95D4-21D76B4BF677}" dt="2026-02-10T22:45:13.004" v="1427" actId="2696"/>
        <pc:sldMkLst>
          <pc:docMk/>
          <pc:sldMk cId="0" sldId="295"/>
        </pc:sldMkLst>
      </pc:sldChg>
      <pc:sldChg chg="del">
        <pc:chgData name="Achara, Achara" userId="d06a4b10-4bf8-49ea-bbc6-14aa5354bbdb" providerId="ADAL" clId="{8475626B-47EA-59D6-95D4-21D76B4BF677}" dt="2026-02-10T22:45:13.525" v="1428" actId="2696"/>
        <pc:sldMkLst>
          <pc:docMk/>
          <pc:sldMk cId="0" sldId="296"/>
        </pc:sldMkLst>
      </pc:sldChg>
      <pc:sldChg chg="del">
        <pc:chgData name="Achara, Achara" userId="d06a4b10-4bf8-49ea-bbc6-14aa5354bbdb" providerId="ADAL" clId="{8475626B-47EA-59D6-95D4-21D76B4BF677}" dt="2026-02-10T22:45:14.505" v="1429" actId="2696"/>
        <pc:sldMkLst>
          <pc:docMk/>
          <pc:sldMk cId="0" sldId="297"/>
        </pc:sldMkLst>
      </pc:sldChg>
      <pc:sldChg chg="del">
        <pc:chgData name="Achara, Achara" userId="d06a4b10-4bf8-49ea-bbc6-14aa5354bbdb" providerId="ADAL" clId="{8475626B-47EA-59D6-95D4-21D76B4BF677}" dt="2026-02-10T22:45:17.093" v="1430" actId="2696"/>
        <pc:sldMkLst>
          <pc:docMk/>
          <pc:sldMk cId="0" sldId="298"/>
        </pc:sldMkLst>
      </pc:sldChg>
      <pc:sldChg chg="del">
        <pc:chgData name="Achara, Achara" userId="d06a4b10-4bf8-49ea-bbc6-14aa5354bbdb" providerId="ADAL" clId="{8475626B-47EA-59D6-95D4-21D76B4BF677}" dt="2026-02-10T22:45:17.904" v="1431" actId="2696"/>
        <pc:sldMkLst>
          <pc:docMk/>
          <pc:sldMk cId="0" sldId="299"/>
        </pc:sldMkLst>
      </pc:sldChg>
      <pc:sldChg chg="del">
        <pc:chgData name="Achara, Achara" userId="d06a4b10-4bf8-49ea-bbc6-14aa5354bbdb" providerId="ADAL" clId="{8475626B-47EA-59D6-95D4-21D76B4BF677}" dt="2026-02-10T22:45:18.581" v="1432" actId="2696"/>
        <pc:sldMkLst>
          <pc:docMk/>
          <pc:sldMk cId="0" sldId="300"/>
        </pc:sldMkLst>
      </pc:sldChg>
      <pc:sldChg chg="del">
        <pc:chgData name="Achara, Achara" userId="d06a4b10-4bf8-49ea-bbc6-14aa5354bbdb" providerId="ADAL" clId="{8475626B-47EA-59D6-95D4-21D76B4BF677}" dt="2026-02-10T22:45:19.202" v="1433" actId="2696"/>
        <pc:sldMkLst>
          <pc:docMk/>
          <pc:sldMk cId="0" sldId="301"/>
        </pc:sldMkLst>
      </pc:sldChg>
      <pc:sldChg chg="del">
        <pc:chgData name="Achara, Achara" userId="d06a4b10-4bf8-49ea-bbc6-14aa5354bbdb" providerId="ADAL" clId="{8475626B-47EA-59D6-95D4-21D76B4BF677}" dt="2026-02-10T22:45:19.710" v="1434" actId="2696"/>
        <pc:sldMkLst>
          <pc:docMk/>
          <pc:sldMk cId="0" sldId="302"/>
        </pc:sldMkLst>
      </pc:sldChg>
      <pc:sldChg chg="del">
        <pc:chgData name="Achara, Achara" userId="d06a4b10-4bf8-49ea-bbc6-14aa5354bbdb" providerId="ADAL" clId="{8475626B-47EA-59D6-95D4-21D76B4BF677}" dt="2026-02-10T22:45:19.916" v="1435" actId="2696"/>
        <pc:sldMkLst>
          <pc:docMk/>
          <pc:sldMk cId="0" sldId="303"/>
        </pc:sldMkLst>
      </pc:sldChg>
      <pc:sldChg chg="del">
        <pc:chgData name="Achara, Achara" userId="d06a4b10-4bf8-49ea-bbc6-14aa5354bbdb" providerId="ADAL" clId="{8475626B-47EA-59D6-95D4-21D76B4BF677}" dt="2026-02-10T22:45:20.346" v="1436" actId="2696"/>
        <pc:sldMkLst>
          <pc:docMk/>
          <pc:sldMk cId="0" sldId="304"/>
        </pc:sldMkLst>
      </pc:sldChg>
      <pc:sldChg chg="del">
        <pc:chgData name="Achara, Achara" userId="d06a4b10-4bf8-49ea-bbc6-14aa5354bbdb" providerId="ADAL" clId="{8475626B-47EA-59D6-95D4-21D76B4BF677}" dt="2026-02-10T22:45:20.566" v="1437" actId="2696"/>
        <pc:sldMkLst>
          <pc:docMk/>
          <pc:sldMk cId="0" sldId="305"/>
        </pc:sldMkLst>
      </pc:sldChg>
      <pc:sldChg chg="del">
        <pc:chgData name="Achara, Achara" userId="d06a4b10-4bf8-49ea-bbc6-14aa5354bbdb" providerId="ADAL" clId="{8475626B-47EA-59D6-95D4-21D76B4BF677}" dt="2026-02-10T22:45:20.925" v="1438" actId="2696"/>
        <pc:sldMkLst>
          <pc:docMk/>
          <pc:sldMk cId="0" sldId="306"/>
        </pc:sldMkLst>
      </pc:sldChg>
      <pc:sldChg chg="del">
        <pc:chgData name="Achara, Achara" userId="d06a4b10-4bf8-49ea-bbc6-14aa5354bbdb" providerId="ADAL" clId="{8475626B-47EA-59D6-95D4-21D76B4BF677}" dt="2026-02-10T22:45:21.175" v="1439" actId="2696"/>
        <pc:sldMkLst>
          <pc:docMk/>
          <pc:sldMk cId="0" sldId="307"/>
        </pc:sldMkLst>
      </pc:sldChg>
      <pc:sldChg chg="del">
        <pc:chgData name="Achara, Achara" userId="d06a4b10-4bf8-49ea-bbc6-14aa5354bbdb" providerId="ADAL" clId="{8475626B-47EA-59D6-95D4-21D76B4BF677}" dt="2026-02-10T22:45:21.767" v="1440" actId="2696"/>
        <pc:sldMkLst>
          <pc:docMk/>
          <pc:sldMk cId="0" sldId="308"/>
        </pc:sldMkLst>
      </pc:sldChg>
      <pc:sldChg chg="del">
        <pc:chgData name="Achara, Achara" userId="d06a4b10-4bf8-49ea-bbc6-14aa5354bbdb" providerId="ADAL" clId="{8475626B-47EA-59D6-95D4-21D76B4BF677}" dt="2026-02-10T22:45:22.117" v="1441" actId="2696"/>
        <pc:sldMkLst>
          <pc:docMk/>
          <pc:sldMk cId="0" sldId="309"/>
        </pc:sldMkLst>
      </pc:sldChg>
      <pc:sldChg chg="del">
        <pc:chgData name="Achara, Achara" userId="d06a4b10-4bf8-49ea-bbc6-14aa5354bbdb" providerId="ADAL" clId="{8475626B-47EA-59D6-95D4-21D76B4BF677}" dt="2026-02-10T22:45:22.660" v="1442" actId="2696"/>
        <pc:sldMkLst>
          <pc:docMk/>
          <pc:sldMk cId="0" sldId="310"/>
        </pc:sldMkLst>
      </pc:sldChg>
      <pc:sldChg chg="del modNotes">
        <pc:chgData name="Achara, Achara" userId="d06a4b10-4bf8-49ea-bbc6-14aa5354bbdb" providerId="ADAL" clId="{8475626B-47EA-59D6-95D4-21D76B4BF677}" dt="2026-02-10T22:45:27.304" v="1444" actId="2696"/>
        <pc:sldMkLst>
          <pc:docMk/>
          <pc:sldMk cId="0" sldId="311"/>
        </pc:sldMkLst>
      </pc:sldChg>
      <pc:sldChg chg="modSp mod">
        <pc:chgData name="Achara, Achara" userId="d06a4b10-4bf8-49ea-bbc6-14aa5354bbdb" providerId="ADAL" clId="{8475626B-47EA-59D6-95D4-21D76B4BF677}" dt="2026-02-10T22:49:42.448" v="1503" actId="20577"/>
        <pc:sldMkLst>
          <pc:docMk/>
          <pc:sldMk cId="3983177872" sldId="314"/>
        </pc:sldMkLst>
        <pc:spChg chg="mod">
          <ac:chgData name="Achara, Achara" userId="d06a4b10-4bf8-49ea-bbc6-14aa5354bbdb" providerId="ADAL" clId="{8475626B-47EA-59D6-95D4-21D76B4BF677}" dt="2026-02-10T15:58:30.817" v="1079" actId="120"/>
          <ac:spMkLst>
            <pc:docMk/>
            <pc:sldMk cId="3983177872" sldId="314"/>
            <ac:spMk id="3" creationId="{24722FED-79C0-949A-3FE0-D17C5C3BC409}"/>
          </ac:spMkLst>
        </pc:spChg>
        <pc:spChg chg="mod">
          <ac:chgData name="Achara, Achara" userId="d06a4b10-4bf8-49ea-bbc6-14aa5354bbdb" providerId="ADAL" clId="{8475626B-47EA-59D6-95D4-21D76B4BF677}" dt="2026-02-10T22:49:42.448" v="1503" actId="20577"/>
          <ac:spMkLst>
            <pc:docMk/>
            <pc:sldMk cId="3983177872" sldId="314"/>
            <ac:spMk id="1633" creationId="{5D620DF9-5AA3-D2C6-23BF-06EC725CC71A}"/>
          </ac:spMkLst>
        </pc:spChg>
        <pc:spChg chg="mod">
          <ac:chgData name="Achara, Achara" userId="d06a4b10-4bf8-49ea-bbc6-14aa5354bbdb" providerId="ADAL" clId="{8475626B-47EA-59D6-95D4-21D76B4BF677}" dt="2026-02-10T15:58:37.045" v="1080" actId="121"/>
          <ac:spMkLst>
            <pc:docMk/>
            <pc:sldMk cId="3983177872" sldId="314"/>
            <ac:spMk id="1638" creationId="{7DE0204A-8182-38E8-8371-19CFFFDFB3CA}"/>
          </ac:spMkLst>
        </pc:spChg>
      </pc:sldChg>
      <pc:sldChg chg="modSp mod ord modNotesTx">
        <pc:chgData name="Achara, Achara" userId="d06a4b10-4bf8-49ea-bbc6-14aa5354bbdb" providerId="ADAL" clId="{8475626B-47EA-59D6-95D4-21D76B4BF677}" dt="2026-02-10T23:41:45.102" v="1602" actId="14100"/>
        <pc:sldMkLst>
          <pc:docMk/>
          <pc:sldMk cId="402428997" sldId="320"/>
        </pc:sldMkLst>
        <pc:spChg chg="mod">
          <ac:chgData name="Achara, Achara" userId="d06a4b10-4bf8-49ea-bbc6-14aa5354bbdb" providerId="ADAL" clId="{8475626B-47EA-59D6-95D4-21D76B4BF677}" dt="2026-02-10T22:48:42.491" v="1490" actId="120"/>
          <ac:spMkLst>
            <pc:docMk/>
            <pc:sldMk cId="402428997" sldId="320"/>
            <ac:spMk id="2" creationId="{A4212CBF-028F-5E98-492B-FBC8F6389143}"/>
          </ac:spMkLst>
        </pc:spChg>
        <pc:spChg chg="mod">
          <ac:chgData name="Achara, Achara" userId="d06a4b10-4bf8-49ea-bbc6-14aa5354bbdb" providerId="ADAL" clId="{8475626B-47EA-59D6-95D4-21D76B4BF677}" dt="2026-02-10T23:41:15.057" v="1597" actId="14100"/>
          <ac:spMkLst>
            <pc:docMk/>
            <pc:sldMk cId="402428997" sldId="320"/>
            <ac:spMk id="1502" creationId="{9F06CB6F-7212-3C5F-B5D5-10D60F1381A6}"/>
          </ac:spMkLst>
        </pc:spChg>
        <pc:spChg chg="mod">
          <ac:chgData name="Achara, Achara" userId="d06a4b10-4bf8-49ea-bbc6-14aa5354bbdb" providerId="ADAL" clId="{8475626B-47EA-59D6-95D4-21D76B4BF677}" dt="2026-02-10T22:48:31.722" v="1487" actId="121"/>
          <ac:spMkLst>
            <pc:docMk/>
            <pc:sldMk cId="402428997" sldId="320"/>
            <ac:spMk id="1503" creationId="{01E3209C-0670-443B-9D59-B8BF240FA6D4}"/>
          </ac:spMkLst>
        </pc:spChg>
        <pc:spChg chg="mod">
          <ac:chgData name="Achara, Achara" userId="d06a4b10-4bf8-49ea-bbc6-14aa5354bbdb" providerId="ADAL" clId="{8475626B-47EA-59D6-95D4-21D76B4BF677}" dt="2026-02-10T22:48:46.140" v="1491" actId="120"/>
          <ac:spMkLst>
            <pc:docMk/>
            <pc:sldMk cId="402428997" sldId="320"/>
            <ac:spMk id="1504" creationId="{7F78220F-D646-1B74-A018-6A17AC262966}"/>
          </ac:spMkLst>
        </pc:spChg>
        <pc:spChg chg="mod">
          <ac:chgData name="Achara, Achara" userId="d06a4b10-4bf8-49ea-bbc6-14aa5354bbdb" providerId="ADAL" clId="{8475626B-47EA-59D6-95D4-21D76B4BF677}" dt="2026-02-10T23:41:45.102" v="1602" actId="14100"/>
          <ac:spMkLst>
            <pc:docMk/>
            <pc:sldMk cId="402428997" sldId="320"/>
            <ac:spMk id="1505" creationId="{DD1B9019-B8B7-99D5-F0F3-DFD9CDA1CA1D}"/>
          </ac:spMkLst>
        </pc:spChg>
        <pc:spChg chg="mod">
          <ac:chgData name="Achara, Achara" userId="d06a4b10-4bf8-49ea-bbc6-14aa5354bbdb" providerId="ADAL" clId="{8475626B-47EA-59D6-95D4-21D76B4BF677}" dt="2026-02-10T23:41:30.286" v="1599" actId="14100"/>
          <ac:spMkLst>
            <pc:docMk/>
            <pc:sldMk cId="402428997" sldId="320"/>
            <ac:spMk id="1506" creationId="{7C8F1EC4-BC33-2E86-A97E-9213C80F7F36}"/>
          </ac:spMkLst>
        </pc:spChg>
        <pc:spChg chg="mod">
          <ac:chgData name="Achara, Achara" userId="d06a4b10-4bf8-49ea-bbc6-14aa5354bbdb" providerId="ADAL" clId="{8475626B-47EA-59D6-95D4-21D76B4BF677}" dt="2026-02-10T22:48:52.920" v="1493" actId="121"/>
          <ac:spMkLst>
            <pc:docMk/>
            <pc:sldMk cId="402428997" sldId="320"/>
            <ac:spMk id="1507" creationId="{1ECB4FFB-4191-8B77-7504-EFF775B1F759}"/>
          </ac:spMkLst>
        </pc:spChg>
        <pc:spChg chg="mod">
          <ac:chgData name="Achara, Achara" userId="d06a4b10-4bf8-49ea-bbc6-14aa5354bbdb" providerId="ADAL" clId="{8475626B-47EA-59D6-95D4-21D76B4BF677}" dt="2026-02-10T22:48:49.040" v="1492" actId="120"/>
          <ac:spMkLst>
            <pc:docMk/>
            <pc:sldMk cId="402428997" sldId="320"/>
            <ac:spMk id="1508" creationId="{BF85AF7A-43EA-7BEC-4262-EE1224DD5EC4}"/>
          </ac:spMkLst>
        </pc:spChg>
      </pc:sldChg>
      <pc:sldChg chg="addSp delSp modSp add del mod modNotesTx">
        <pc:chgData name="Achara, Achara" userId="d06a4b10-4bf8-49ea-bbc6-14aa5354bbdb" providerId="ADAL" clId="{8475626B-47EA-59D6-95D4-21D76B4BF677}" dt="2026-02-10T23:30:43.373" v="1594" actId="2696"/>
        <pc:sldMkLst>
          <pc:docMk/>
          <pc:sldMk cId="2345075649" sldId="321"/>
        </pc:sldMkLst>
        <pc:spChg chg="add mod">
          <ac:chgData name="Achara, Achara" userId="d06a4b10-4bf8-49ea-bbc6-14aa5354bbdb" providerId="ADAL" clId="{8475626B-47EA-59D6-95D4-21D76B4BF677}" dt="2026-02-10T23:20:15.059" v="1561" actId="478"/>
          <ac:spMkLst>
            <pc:docMk/>
            <pc:sldMk cId="2345075649" sldId="321"/>
            <ac:spMk id="3" creationId="{E4E7AFB9-339E-CC5D-A30C-4C446B70E064}"/>
          </ac:spMkLst>
        </pc:spChg>
        <pc:spChg chg="del">
          <ac:chgData name="Achara, Achara" userId="d06a4b10-4bf8-49ea-bbc6-14aa5354bbdb" providerId="ADAL" clId="{8475626B-47EA-59D6-95D4-21D76B4BF677}" dt="2026-02-10T23:20:11.015" v="1559" actId="478"/>
          <ac:spMkLst>
            <pc:docMk/>
            <pc:sldMk cId="2345075649" sldId="321"/>
            <ac:spMk id="1691" creationId="{CF96D2E0-2597-69FE-318D-0F93F549D543}"/>
          </ac:spMkLst>
        </pc:spChg>
        <pc:spChg chg="del">
          <ac:chgData name="Achara, Achara" userId="d06a4b10-4bf8-49ea-bbc6-14aa5354bbdb" providerId="ADAL" clId="{8475626B-47EA-59D6-95D4-21D76B4BF677}" dt="2026-02-10T23:20:11.015" v="1559" actId="478"/>
          <ac:spMkLst>
            <pc:docMk/>
            <pc:sldMk cId="2345075649" sldId="321"/>
            <ac:spMk id="1692" creationId="{14EC401C-1176-3F07-7C4F-8D3B81369092}"/>
          </ac:spMkLst>
        </pc:spChg>
        <pc:spChg chg="del">
          <ac:chgData name="Achara, Achara" userId="d06a4b10-4bf8-49ea-bbc6-14aa5354bbdb" providerId="ADAL" clId="{8475626B-47EA-59D6-95D4-21D76B4BF677}" dt="2026-02-10T23:20:11.015" v="1559" actId="478"/>
          <ac:spMkLst>
            <pc:docMk/>
            <pc:sldMk cId="2345075649" sldId="321"/>
            <ac:spMk id="1693" creationId="{238E8542-0E56-4037-9186-BFA8322CC83E}"/>
          </ac:spMkLst>
        </pc:spChg>
        <pc:spChg chg="mod">
          <ac:chgData name="Achara, Achara" userId="d06a4b10-4bf8-49ea-bbc6-14aa5354bbdb" providerId="ADAL" clId="{8475626B-47EA-59D6-95D4-21D76B4BF677}" dt="2026-02-10T23:20:53.863" v="1588" actId="1076"/>
          <ac:spMkLst>
            <pc:docMk/>
            <pc:sldMk cId="2345075649" sldId="321"/>
            <ac:spMk id="1694" creationId="{7DE3F02F-7EB2-1BDA-A8B2-EEDDDF412DC9}"/>
          </ac:spMkLst>
        </pc:spChg>
        <pc:spChg chg="del mod">
          <ac:chgData name="Achara, Achara" userId="d06a4b10-4bf8-49ea-bbc6-14aa5354bbdb" providerId="ADAL" clId="{8475626B-47EA-59D6-95D4-21D76B4BF677}" dt="2026-02-10T23:20:15.059" v="1561" actId="478"/>
          <ac:spMkLst>
            <pc:docMk/>
            <pc:sldMk cId="2345075649" sldId="321"/>
            <ac:spMk id="1695" creationId="{E21ED5C8-FC24-ED6E-EAB9-F9EBD0527072}"/>
          </ac:spMkLst>
        </pc:spChg>
        <pc:spChg chg="del">
          <ac:chgData name="Achara, Achara" userId="d06a4b10-4bf8-49ea-bbc6-14aa5354bbdb" providerId="ADAL" clId="{8475626B-47EA-59D6-95D4-21D76B4BF677}" dt="2026-02-10T23:20:11.015" v="1559" actId="478"/>
          <ac:spMkLst>
            <pc:docMk/>
            <pc:sldMk cId="2345075649" sldId="321"/>
            <ac:spMk id="1696" creationId="{A754A7FF-D9D9-FDAD-2C43-FA2E088F1903}"/>
          </ac:spMkLst>
        </pc:spChg>
        <pc:spChg chg="del">
          <ac:chgData name="Achara, Achara" userId="d06a4b10-4bf8-49ea-bbc6-14aa5354bbdb" providerId="ADAL" clId="{8475626B-47EA-59D6-95D4-21D76B4BF677}" dt="2026-02-10T23:20:11.015" v="1559" actId="478"/>
          <ac:spMkLst>
            <pc:docMk/>
            <pc:sldMk cId="2345075649" sldId="321"/>
            <ac:spMk id="1697" creationId="{9BD836E0-975F-6A94-8AF6-1014A2A4F50C}"/>
          </ac:spMkLst>
        </pc:spChg>
        <pc:grpChg chg="del">
          <ac:chgData name="Achara, Achara" userId="d06a4b10-4bf8-49ea-bbc6-14aa5354bbdb" providerId="ADAL" clId="{8475626B-47EA-59D6-95D4-21D76B4BF677}" dt="2026-02-10T23:20:11.015" v="1559" actId="478"/>
          <ac:grpSpMkLst>
            <pc:docMk/>
            <pc:sldMk cId="2345075649" sldId="321"/>
            <ac:grpSpMk id="1698" creationId="{000F673E-0F25-0A0E-0CF1-33A7A552D80F}"/>
          </ac:grpSpMkLst>
        </pc:grpChg>
        <pc:grpChg chg="del">
          <ac:chgData name="Achara, Achara" userId="d06a4b10-4bf8-49ea-bbc6-14aa5354bbdb" providerId="ADAL" clId="{8475626B-47EA-59D6-95D4-21D76B4BF677}" dt="2026-02-10T23:20:11.015" v="1559" actId="478"/>
          <ac:grpSpMkLst>
            <pc:docMk/>
            <pc:sldMk cId="2345075649" sldId="321"/>
            <ac:grpSpMk id="1703" creationId="{ABD7FBB6-8CB9-9519-32B2-4505301B32C9}"/>
          </ac:grpSpMkLst>
        </pc:grpChg>
        <pc:grpChg chg="del">
          <ac:chgData name="Achara, Achara" userId="d06a4b10-4bf8-49ea-bbc6-14aa5354bbdb" providerId="ADAL" clId="{8475626B-47EA-59D6-95D4-21D76B4BF677}" dt="2026-02-10T23:20:11.015" v="1559" actId="478"/>
          <ac:grpSpMkLst>
            <pc:docMk/>
            <pc:sldMk cId="2345075649" sldId="321"/>
            <ac:grpSpMk id="1708" creationId="{1F1D8C82-C08C-6B9C-F2F0-9935419615F5}"/>
          </ac:grpSpMkLst>
        </pc:grpChg>
        <pc:picChg chg="add mod">
          <ac:chgData name="Achara, Achara" userId="d06a4b10-4bf8-49ea-bbc6-14aa5354bbdb" providerId="ADAL" clId="{8475626B-47EA-59D6-95D4-21D76B4BF677}" dt="2026-02-10T23:20:56.112" v="1589" actId="1076"/>
          <ac:picMkLst>
            <pc:docMk/>
            <pc:sldMk cId="2345075649" sldId="321"/>
            <ac:picMk id="5" creationId="{277BA814-BDEC-929F-133E-6C0BA745DA0C}"/>
          </ac:picMkLst>
        </pc:picChg>
      </pc:sldChg>
      <pc:sldChg chg="addSp delSp modSp add mod">
        <pc:chgData name="Achara, Achara" userId="d06a4b10-4bf8-49ea-bbc6-14aa5354bbdb" providerId="ADAL" clId="{8475626B-47EA-59D6-95D4-21D76B4BF677}" dt="2026-02-11T00:08:15.393" v="1733" actId="1076"/>
        <pc:sldMkLst>
          <pc:docMk/>
          <pc:sldMk cId="3754486372" sldId="321"/>
        </pc:sldMkLst>
        <pc:spChg chg="del">
          <ac:chgData name="Achara, Achara" userId="d06a4b10-4bf8-49ea-bbc6-14aa5354bbdb" providerId="ADAL" clId="{8475626B-47EA-59D6-95D4-21D76B4BF677}" dt="2026-02-11T00:07:47.336" v="1726" actId="478"/>
          <ac:spMkLst>
            <pc:docMk/>
            <pc:sldMk cId="3754486372" sldId="321"/>
            <ac:spMk id="1691" creationId="{C616C87D-1DC2-D09F-EF10-29B585E25822}"/>
          </ac:spMkLst>
        </pc:spChg>
        <pc:spChg chg="del">
          <ac:chgData name="Achara, Achara" userId="d06a4b10-4bf8-49ea-bbc6-14aa5354bbdb" providerId="ADAL" clId="{8475626B-47EA-59D6-95D4-21D76B4BF677}" dt="2026-02-11T00:07:47.336" v="1726" actId="478"/>
          <ac:spMkLst>
            <pc:docMk/>
            <pc:sldMk cId="3754486372" sldId="321"/>
            <ac:spMk id="1692" creationId="{BA109340-3DDF-1E3D-57C0-8B0F4B9D9170}"/>
          </ac:spMkLst>
        </pc:spChg>
        <pc:spChg chg="del">
          <ac:chgData name="Achara, Achara" userId="d06a4b10-4bf8-49ea-bbc6-14aa5354bbdb" providerId="ADAL" clId="{8475626B-47EA-59D6-95D4-21D76B4BF677}" dt="2026-02-11T00:07:47.336" v="1726" actId="478"/>
          <ac:spMkLst>
            <pc:docMk/>
            <pc:sldMk cId="3754486372" sldId="321"/>
            <ac:spMk id="1693" creationId="{2D760187-04F9-CA33-3191-252E45D583ED}"/>
          </ac:spMkLst>
        </pc:spChg>
        <pc:spChg chg="mod">
          <ac:chgData name="Achara, Achara" userId="d06a4b10-4bf8-49ea-bbc6-14aa5354bbdb" providerId="ADAL" clId="{8475626B-47EA-59D6-95D4-21D76B4BF677}" dt="2026-02-11T00:07:54.435" v="1728" actId="20577"/>
          <ac:spMkLst>
            <pc:docMk/>
            <pc:sldMk cId="3754486372" sldId="321"/>
            <ac:spMk id="1696" creationId="{9FF1FBB8-5EBF-9CE6-0138-896B1F3536B5}"/>
          </ac:spMkLst>
        </pc:spChg>
        <pc:grpChg chg="del">
          <ac:chgData name="Achara, Achara" userId="d06a4b10-4bf8-49ea-bbc6-14aa5354bbdb" providerId="ADAL" clId="{8475626B-47EA-59D6-95D4-21D76B4BF677}" dt="2026-02-11T00:07:47.336" v="1726" actId="478"/>
          <ac:grpSpMkLst>
            <pc:docMk/>
            <pc:sldMk cId="3754486372" sldId="321"/>
            <ac:grpSpMk id="1698" creationId="{158812B2-65BA-7D53-350F-1AECAA6D6E88}"/>
          </ac:grpSpMkLst>
        </pc:grpChg>
        <pc:grpChg chg="del">
          <ac:chgData name="Achara, Achara" userId="d06a4b10-4bf8-49ea-bbc6-14aa5354bbdb" providerId="ADAL" clId="{8475626B-47EA-59D6-95D4-21D76B4BF677}" dt="2026-02-11T00:07:47.336" v="1726" actId="478"/>
          <ac:grpSpMkLst>
            <pc:docMk/>
            <pc:sldMk cId="3754486372" sldId="321"/>
            <ac:grpSpMk id="1703" creationId="{5FBF25B2-78D4-6679-2383-3909DC3FD962}"/>
          </ac:grpSpMkLst>
        </pc:grpChg>
        <pc:grpChg chg="del">
          <ac:chgData name="Achara, Achara" userId="d06a4b10-4bf8-49ea-bbc6-14aa5354bbdb" providerId="ADAL" clId="{8475626B-47EA-59D6-95D4-21D76B4BF677}" dt="2026-02-11T00:07:47.336" v="1726" actId="478"/>
          <ac:grpSpMkLst>
            <pc:docMk/>
            <pc:sldMk cId="3754486372" sldId="321"/>
            <ac:grpSpMk id="1708" creationId="{3BC9AF24-9E9C-5673-9D57-2FEA68663615}"/>
          </ac:grpSpMkLst>
        </pc:grpChg>
        <pc:picChg chg="add mod">
          <ac:chgData name="Achara, Achara" userId="d06a4b10-4bf8-49ea-bbc6-14aa5354bbdb" providerId="ADAL" clId="{8475626B-47EA-59D6-95D4-21D76B4BF677}" dt="2026-02-11T00:08:15.393" v="1733" actId="1076"/>
          <ac:picMkLst>
            <pc:docMk/>
            <pc:sldMk cId="3754486372" sldId="321"/>
            <ac:picMk id="3" creationId="{E365DAE5-D830-770C-C208-5DB0003B4B10}"/>
          </ac:picMkLst>
        </pc:picChg>
      </pc:sldChg>
      <pc:sldMasterChg chg="delSldLayout">
        <pc:chgData name="Achara, Achara" userId="d06a4b10-4bf8-49ea-bbc6-14aa5354bbdb" providerId="ADAL" clId="{8475626B-47EA-59D6-95D4-21D76B4BF677}" dt="2026-02-10T03:17:26.636" v="435" actId="2696"/>
        <pc:sldMasterMkLst>
          <pc:docMk/>
          <pc:sldMasterMk cId="0" sldId="2147483682"/>
        </pc:sldMasterMkLst>
        <pc:sldLayoutChg chg="del">
          <pc:chgData name="Achara, Achara" userId="d06a4b10-4bf8-49ea-bbc6-14aa5354bbdb" providerId="ADAL" clId="{8475626B-47EA-59D6-95D4-21D76B4BF677}" dt="2026-02-10T03:17:26.636" v="435" actId="2696"/>
          <pc:sldLayoutMkLst>
            <pc:docMk/>
            <pc:sldMasterMk cId="0" sldId="2147483682"/>
            <pc:sldLayoutMk cId="0" sldId="2147483651"/>
          </pc:sldLayoutMkLst>
        </pc:sldLayoutChg>
      </pc:sldMasterChg>
      <pc:sldMasterChg chg="del">
        <pc:chgData name="Achara, Achara" userId="d06a4b10-4bf8-49ea-bbc6-14aa5354bbdb" providerId="ADAL" clId="{8475626B-47EA-59D6-95D4-21D76B4BF677}" dt="2026-02-10T22:45:27.307" v="1445" actId="2696"/>
        <pc:sldMasterMkLst>
          <pc:docMk/>
          <pc:sldMasterMk cId="0" sldId="2147483683"/>
        </pc:sldMasterMkLst>
      </pc:sldMasterChg>
    </pc:docChg>
  </pc:docChgLst>
  <pc:docChgLst>
    <pc:chgData name="Ngueguim, Olivia" userId="S::o0ngue01@louisville.edu::40de9456-beed-4193-bf3c-e4c553629d4b" providerId="AD" clId="Web-{B3E942D5-FAA6-E0F7-B4E6-90C7DDB9560F}"/>
    <pc:docChg chg="addSld modSld">
      <pc:chgData name="Ngueguim, Olivia" userId="S::o0ngue01@louisville.edu::40de9456-beed-4193-bf3c-e4c553629d4b" providerId="AD" clId="Web-{B3E942D5-FAA6-E0F7-B4E6-90C7DDB9560F}" dt="2026-02-10T22:47:43.916" v="495" actId="20577"/>
      <pc:docMkLst>
        <pc:docMk/>
      </pc:docMkLst>
      <pc:sldChg chg="modSp">
        <pc:chgData name="Ngueguim, Olivia" userId="S::o0ngue01@louisville.edu::40de9456-beed-4193-bf3c-e4c553629d4b" providerId="AD" clId="Web-{B3E942D5-FAA6-E0F7-B4E6-90C7DDB9560F}" dt="2026-02-10T22:38:17.266" v="400" actId="14100"/>
        <pc:sldMkLst>
          <pc:docMk/>
          <pc:sldMk cId="0" sldId="266"/>
        </pc:sldMkLst>
        <pc:spChg chg="mod">
          <ac:chgData name="Ngueguim, Olivia" userId="S::o0ngue01@louisville.edu::40de9456-beed-4193-bf3c-e4c553629d4b" providerId="AD" clId="Web-{B3E942D5-FAA6-E0F7-B4E6-90C7DDB9560F}" dt="2026-02-10T22:32:34.742" v="359" actId="14100"/>
          <ac:spMkLst>
            <pc:docMk/>
            <pc:sldMk cId="0" sldId="266"/>
            <ac:spMk id="1198" creationId="{00000000-0000-0000-0000-000000000000}"/>
          </ac:spMkLst>
        </pc:spChg>
        <pc:spChg chg="mod">
          <ac:chgData name="Ngueguim, Olivia" userId="S::o0ngue01@louisville.edu::40de9456-beed-4193-bf3c-e4c553629d4b" providerId="AD" clId="Web-{B3E942D5-FAA6-E0F7-B4E6-90C7DDB9560F}" dt="2026-02-10T22:35:30.273" v="379" actId="14100"/>
          <ac:spMkLst>
            <pc:docMk/>
            <pc:sldMk cId="0" sldId="266"/>
            <ac:spMk id="1201" creationId="{00000000-0000-0000-0000-000000000000}"/>
          </ac:spMkLst>
        </pc:spChg>
        <pc:spChg chg="mod">
          <ac:chgData name="Ngueguim, Olivia" userId="S::o0ngue01@louisville.edu::40de9456-beed-4193-bf3c-e4c553629d4b" providerId="AD" clId="Web-{B3E942D5-FAA6-E0F7-B4E6-90C7DDB9560F}" dt="2026-02-10T22:38:17.266" v="400" actId="14100"/>
          <ac:spMkLst>
            <pc:docMk/>
            <pc:sldMk cId="0" sldId="266"/>
            <ac:spMk id="1202" creationId="{00000000-0000-0000-0000-000000000000}"/>
          </ac:spMkLst>
        </pc:spChg>
      </pc:sldChg>
      <pc:sldChg chg="addSp delSp modSp">
        <pc:chgData name="Ngueguim, Olivia" userId="S::o0ngue01@louisville.edu::40de9456-beed-4193-bf3c-e4c553629d4b" providerId="AD" clId="Web-{B3E942D5-FAA6-E0F7-B4E6-90C7DDB9560F}" dt="2026-02-10T22:11:23.908" v="341"/>
        <pc:sldMkLst>
          <pc:docMk/>
          <pc:sldMk cId="3983177872" sldId="314"/>
        </pc:sldMkLst>
        <pc:spChg chg="add del mod">
          <ac:chgData name="Ngueguim, Olivia" userId="S::o0ngue01@louisville.edu::40de9456-beed-4193-bf3c-e4c553629d4b" providerId="AD" clId="Web-{B3E942D5-FAA6-E0F7-B4E6-90C7DDB9560F}" dt="2026-02-10T22:11:23.908" v="341"/>
          <ac:spMkLst>
            <pc:docMk/>
            <pc:sldMk cId="3983177872" sldId="314"/>
            <ac:spMk id="2" creationId="{8D7231C1-F6CE-89B7-DC75-6C33C14033E7}"/>
          </ac:spMkLst>
        </pc:spChg>
        <pc:spChg chg="mod">
          <ac:chgData name="Ngueguim, Olivia" userId="S::o0ngue01@louisville.edu::40de9456-beed-4193-bf3c-e4c553629d4b" providerId="AD" clId="Web-{B3E942D5-FAA6-E0F7-B4E6-90C7DDB9560F}" dt="2026-02-10T22:11:19.252" v="340" actId="20577"/>
          <ac:spMkLst>
            <pc:docMk/>
            <pc:sldMk cId="3983177872" sldId="314"/>
            <ac:spMk id="5" creationId="{3D7ED71A-CEF8-1EE8-CCAD-B5C38C51DC43}"/>
          </ac:spMkLst>
        </pc:spChg>
      </pc:sldChg>
      <pc:sldChg chg="addSp delSp modSp">
        <pc:chgData name="Ngueguim, Olivia" userId="S::o0ngue01@louisville.edu::40de9456-beed-4193-bf3c-e4c553629d4b" providerId="AD" clId="Web-{B3E942D5-FAA6-E0F7-B4E6-90C7DDB9560F}" dt="2026-02-10T22:04:22.662" v="291" actId="20577"/>
        <pc:sldMkLst>
          <pc:docMk/>
          <pc:sldMk cId="1002445329" sldId="318"/>
        </pc:sldMkLst>
        <pc:spChg chg="mod">
          <ac:chgData name="Ngueguim, Olivia" userId="S::o0ngue01@louisville.edu::40de9456-beed-4193-bf3c-e4c553629d4b" providerId="AD" clId="Web-{B3E942D5-FAA6-E0F7-B4E6-90C7DDB9560F}" dt="2026-02-10T21:39:24.173" v="59" actId="1076"/>
          <ac:spMkLst>
            <pc:docMk/>
            <pc:sldMk cId="1002445329" sldId="318"/>
            <ac:spMk id="2" creationId="{34792ECD-7B08-53FE-CAC0-FC0D680017E2}"/>
          </ac:spMkLst>
        </pc:spChg>
        <pc:spChg chg="add del mod">
          <ac:chgData name="Ngueguim, Olivia" userId="S::o0ngue01@louisville.edu::40de9456-beed-4193-bf3c-e4c553629d4b" providerId="AD" clId="Web-{B3E942D5-FAA6-E0F7-B4E6-90C7DDB9560F}" dt="2026-02-10T21:39:06.673" v="56"/>
          <ac:spMkLst>
            <pc:docMk/>
            <pc:sldMk cId="1002445329" sldId="318"/>
            <ac:spMk id="5" creationId="{365A418F-B49C-EEAB-C06B-1C86EC21160F}"/>
          </ac:spMkLst>
        </pc:spChg>
        <pc:spChg chg="add del mod">
          <ac:chgData name="Ngueguim, Olivia" userId="S::o0ngue01@louisville.edu::40de9456-beed-4193-bf3c-e4c553629d4b" providerId="AD" clId="Web-{B3E942D5-FAA6-E0F7-B4E6-90C7DDB9560F}" dt="2026-02-10T21:39:13.470" v="57"/>
          <ac:spMkLst>
            <pc:docMk/>
            <pc:sldMk cId="1002445329" sldId="318"/>
            <ac:spMk id="7" creationId="{F26472DA-5972-5768-8B13-142ACAF1709A}"/>
          </ac:spMkLst>
        </pc:spChg>
        <pc:spChg chg="del">
          <ac:chgData name="Ngueguim, Olivia" userId="S::o0ngue01@louisville.edu::40de9456-beed-4193-bf3c-e4c553629d4b" providerId="AD" clId="Web-{B3E942D5-FAA6-E0F7-B4E6-90C7DDB9560F}" dt="2026-02-10T21:38:36.720" v="51"/>
          <ac:spMkLst>
            <pc:docMk/>
            <pc:sldMk cId="1002445329" sldId="318"/>
            <ac:spMk id="24" creationId="{B02B6FF4-799B-B1FE-4805-6F0AAC981CE4}"/>
          </ac:spMkLst>
        </pc:spChg>
        <pc:spChg chg="mod">
          <ac:chgData name="Ngueguim, Olivia" userId="S::o0ngue01@louisville.edu::40de9456-beed-4193-bf3c-e4c553629d4b" providerId="AD" clId="Web-{B3E942D5-FAA6-E0F7-B4E6-90C7DDB9560F}" dt="2026-02-10T22:04:22.662" v="291" actId="20577"/>
          <ac:spMkLst>
            <pc:docMk/>
            <pc:sldMk cId="1002445329" sldId="318"/>
            <ac:spMk id="1167" creationId="{0911AE4B-7DB1-C6B3-DE1A-361E4A4552D8}"/>
          </ac:spMkLst>
        </pc:spChg>
        <pc:spChg chg="mod">
          <ac:chgData name="Ngueguim, Olivia" userId="S::o0ngue01@louisville.edu::40de9456-beed-4193-bf3c-e4c553629d4b" providerId="AD" clId="Web-{B3E942D5-FAA6-E0F7-B4E6-90C7DDB9560F}" dt="2026-02-10T22:04:14.380" v="290" actId="14100"/>
          <ac:spMkLst>
            <pc:docMk/>
            <pc:sldMk cId="1002445329" sldId="318"/>
            <ac:spMk id="1168" creationId="{15058019-3A1F-CD69-2E59-CBCF34018054}"/>
          </ac:spMkLst>
        </pc:spChg>
        <pc:spChg chg="mod">
          <ac:chgData name="Ngueguim, Olivia" userId="S::o0ngue01@louisville.edu::40de9456-beed-4193-bf3c-e4c553629d4b" providerId="AD" clId="Web-{B3E942D5-FAA6-E0F7-B4E6-90C7DDB9560F}" dt="2026-02-10T21:40:02.141" v="64" actId="1076"/>
          <ac:spMkLst>
            <pc:docMk/>
            <pc:sldMk cId="1002445329" sldId="318"/>
            <ac:spMk id="1169" creationId="{7DB2B685-58EF-884C-547D-4471438442DD}"/>
          </ac:spMkLst>
        </pc:spChg>
        <pc:spChg chg="mod">
          <ac:chgData name="Ngueguim, Olivia" userId="S::o0ngue01@louisville.edu::40de9456-beed-4193-bf3c-e4c553629d4b" providerId="AD" clId="Web-{B3E942D5-FAA6-E0F7-B4E6-90C7DDB9560F}" dt="2026-02-10T21:40:16.407" v="66"/>
          <ac:spMkLst>
            <pc:docMk/>
            <pc:sldMk cId="1002445329" sldId="318"/>
            <ac:spMk id="1170" creationId="{0037F8B2-75E0-60B0-E1C0-8A4752A03F07}"/>
          </ac:spMkLst>
        </pc:spChg>
        <pc:spChg chg="del">
          <ac:chgData name="Ngueguim, Olivia" userId="S::o0ngue01@louisville.edu::40de9456-beed-4193-bf3c-e4c553629d4b" providerId="AD" clId="Web-{B3E942D5-FAA6-E0F7-B4E6-90C7DDB9560F}" dt="2026-02-10T21:38:38.141" v="53"/>
          <ac:spMkLst>
            <pc:docMk/>
            <pc:sldMk cId="1002445329" sldId="318"/>
            <ac:spMk id="1171" creationId="{D15C52AD-2457-FCE7-D3CA-7CC2D97A6411}"/>
          </ac:spMkLst>
        </pc:spChg>
        <pc:spChg chg="del">
          <ac:chgData name="Ngueguim, Olivia" userId="S::o0ngue01@louisville.edu::40de9456-beed-4193-bf3c-e4c553629d4b" providerId="AD" clId="Web-{B3E942D5-FAA6-E0F7-B4E6-90C7DDB9560F}" dt="2026-02-10T21:38:36.985" v="52"/>
          <ac:spMkLst>
            <pc:docMk/>
            <pc:sldMk cId="1002445329" sldId="318"/>
            <ac:spMk id="1172" creationId="{D56B739F-84FC-29E5-13E6-81B37BB3C28D}"/>
          </ac:spMkLst>
        </pc:spChg>
        <pc:spChg chg="mod">
          <ac:chgData name="Ngueguim, Olivia" userId="S::o0ngue01@louisville.edu::40de9456-beed-4193-bf3c-e4c553629d4b" providerId="AD" clId="Web-{B3E942D5-FAA6-E0F7-B4E6-90C7DDB9560F}" dt="2026-02-10T21:39:47.095" v="62" actId="1076"/>
          <ac:spMkLst>
            <pc:docMk/>
            <pc:sldMk cId="1002445329" sldId="318"/>
            <ac:spMk id="1173" creationId="{ED520BDE-BAD1-C68D-1421-1132A97CEC33}"/>
          </ac:spMkLst>
        </pc:spChg>
        <pc:spChg chg="mod">
          <ac:chgData name="Ngueguim, Olivia" userId="S::o0ngue01@louisville.edu::40de9456-beed-4193-bf3c-e4c553629d4b" providerId="AD" clId="Web-{B3E942D5-FAA6-E0F7-B4E6-90C7DDB9560F}" dt="2026-02-10T21:39:20.673" v="58" actId="1076"/>
          <ac:spMkLst>
            <pc:docMk/>
            <pc:sldMk cId="1002445329" sldId="318"/>
            <ac:spMk id="1174" creationId="{3128C099-1080-72E6-1B32-C5991A96CB14}"/>
          </ac:spMkLst>
        </pc:spChg>
        <pc:spChg chg="del">
          <ac:chgData name="Ngueguim, Olivia" userId="S::o0ngue01@louisville.edu::40de9456-beed-4193-bf3c-e4c553629d4b" providerId="AD" clId="Web-{B3E942D5-FAA6-E0F7-B4E6-90C7DDB9560F}" dt="2026-02-10T21:38:26.173" v="50"/>
          <ac:spMkLst>
            <pc:docMk/>
            <pc:sldMk cId="1002445329" sldId="318"/>
            <ac:spMk id="1175" creationId="{C90970F9-DFEF-4DC6-39DE-B39545DC87CC}"/>
          </ac:spMkLst>
        </pc:spChg>
        <pc:grpChg chg="mod">
          <ac:chgData name="Ngueguim, Olivia" userId="S::o0ngue01@louisville.edu::40de9456-beed-4193-bf3c-e4c553629d4b" providerId="AD" clId="Web-{B3E942D5-FAA6-E0F7-B4E6-90C7DDB9560F}" dt="2026-02-10T21:39:53.876" v="63" actId="1076"/>
          <ac:grpSpMkLst>
            <pc:docMk/>
            <pc:sldMk cId="1002445329" sldId="318"/>
            <ac:grpSpMk id="10" creationId="{BC4F8427-4E74-C19F-14D8-78834DF520D4}"/>
          </ac:grpSpMkLst>
        </pc:grpChg>
      </pc:sldChg>
      <pc:sldChg chg="addSp modSp">
        <pc:chgData name="Ngueguim, Olivia" userId="S::o0ngue01@louisville.edu::40de9456-beed-4193-bf3c-e4c553629d4b" providerId="AD" clId="Web-{B3E942D5-FAA6-E0F7-B4E6-90C7DDB9560F}" dt="2026-02-10T21:30:15.757" v="45" actId="20577"/>
        <pc:sldMkLst>
          <pc:docMk/>
          <pc:sldMk cId="1463891186" sldId="319"/>
        </pc:sldMkLst>
        <pc:spChg chg="add mod">
          <ac:chgData name="Ngueguim, Olivia" userId="S::o0ngue01@louisville.edu::40de9456-beed-4193-bf3c-e4c553629d4b" providerId="AD" clId="Web-{B3E942D5-FAA6-E0F7-B4E6-90C7DDB9560F}" dt="2026-02-10T21:30:15.757" v="45" actId="20577"/>
          <ac:spMkLst>
            <pc:docMk/>
            <pc:sldMk cId="1463891186" sldId="319"/>
            <ac:spMk id="2" creationId="{AD7F370A-DD20-1D6A-6B98-433D96A71EA5}"/>
          </ac:spMkLst>
        </pc:spChg>
        <pc:graphicFrameChg chg="mod">
          <ac:chgData name="Ngueguim, Olivia" userId="S::o0ngue01@louisville.edu::40de9456-beed-4193-bf3c-e4c553629d4b" providerId="AD" clId="Web-{B3E942D5-FAA6-E0F7-B4E6-90C7DDB9560F}" dt="2026-02-10T21:28:11.914" v="0" actId="1076"/>
          <ac:graphicFrameMkLst>
            <pc:docMk/>
            <pc:sldMk cId="1463891186" sldId="319"/>
            <ac:graphicFrameMk id="4" creationId="{09F30075-F990-51AA-88B9-F8D31F2BA654}"/>
          </ac:graphicFrameMkLst>
        </pc:graphicFrameChg>
      </pc:sldChg>
      <pc:sldChg chg="addSp modSp add replId modNotes">
        <pc:chgData name="Ngueguim, Olivia" userId="S::o0ngue01@louisville.edu::40de9456-beed-4193-bf3c-e4c553629d4b" providerId="AD" clId="Web-{B3E942D5-FAA6-E0F7-B4E6-90C7DDB9560F}" dt="2026-02-10T22:47:43.916" v="495" actId="20577"/>
        <pc:sldMkLst>
          <pc:docMk/>
          <pc:sldMk cId="402428997" sldId="320"/>
        </pc:sldMkLst>
        <pc:spChg chg="add mod">
          <ac:chgData name="Ngueguim, Olivia" userId="S::o0ngue01@louisville.edu::40de9456-beed-4193-bf3c-e4c553629d4b" providerId="AD" clId="Web-{B3E942D5-FAA6-E0F7-B4E6-90C7DDB9560F}" dt="2026-02-10T22:35:10.429" v="378" actId="1076"/>
          <ac:spMkLst>
            <pc:docMk/>
            <pc:sldMk cId="402428997" sldId="320"/>
            <ac:spMk id="2" creationId="{A4212CBF-028F-5E98-492B-FBC8F6389143}"/>
          </ac:spMkLst>
        </pc:spChg>
        <pc:spChg chg="mod">
          <ac:chgData name="Ngueguim, Olivia" userId="S::o0ngue01@louisville.edu::40de9456-beed-4193-bf3c-e4c553629d4b" providerId="AD" clId="Web-{B3E942D5-FAA6-E0F7-B4E6-90C7DDB9560F}" dt="2026-02-10T22:33:27.429" v="366" actId="20577"/>
          <ac:spMkLst>
            <pc:docMk/>
            <pc:sldMk cId="402428997" sldId="320"/>
            <ac:spMk id="1500" creationId="{97C36520-F820-46F4-4A0D-588613DB3E05}"/>
          </ac:spMkLst>
        </pc:spChg>
        <pc:spChg chg="mod">
          <ac:chgData name="Ngueguim, Olivia" userId="S::o0ngue01@louisville.edu::40de9456-beed-4193-bf3c-e4c553629d4b" providerId="AD" clId="Web-{B3E942D5-FAA6-E0F7-B4E6-90C7DDB9560F}" dt="2026-02-10T22:31:49.383" v="355" actId="14100"/>
          <ac:spMkLst>
            <pc:docMk/>
            <pc:sldMk cId="402428997" sldId="320"/>
            <ac:spMk id="1501" creationId="{9E7DAE87-D468-063D-4D84-A68F70404E1E}"/>
          </ac:spMkLst>
        </pc:spChg>
        <pc:spChg chg="mod">
          <ac:chgData name="Ngueguim, Olivia" userId="S::o0ngue01@louisville.edu::40de9456-beed-4193-bf3c-e4c553629d4b" providerId="AD" clId="Web-{B3E942D5-FAA6-E0F7-B4E6-90C7DDB9560F}" dt="2026-02-10T22:34:59.382" v="377" actId="1076"/>
          <ac:spMkLst>
            <pc:docMk/>
            <pc:sldMk cId="402428997" sldId="320"/>
            <ac:spMk id="1502" creationId="{9F06CB6F-7212-3C5F-B5D5-10D60F1381A6}"/>
          </ac:spMkLst>
        </pc:spChg>
        <pc:spChg chg="mod">
          <ac:chgData name="Ngueguim, Olivia" userId="S::o0ngue01@louisville.edu::40de9456-beed-4193-bf3c-e4c553629d4b" providerId="AD" clId="Web-{B3E942D5-FAA6-E0F7-B4E6-90C7DDB9560F}" dt="2026-02-10T22:43:53.997" v="435" actId="20577"/>
          <ac:spMkLst>
            <pc:docMk/>
            <pc:sldMk cId="402428997" sldId="320"/>
            <ac:spMk id="1503" creationId="{01E3209C-0670-443B-9D59-B8BF240FA6D4}"/>
          </ac:spMkLst>
        </pc:spChg>
        <pc:spChg chg="mod">
          <ac:chgData name="Ngueguim, Olivia" userId="S::o0ngue01@louisville.edu::40de9456-beed-4193-bf3c-e4c553629d4b" providerId="AD" clId="Web-{B3E942D5-FAA6-E0F7-B4E6-90C7DDB9560F}" dt="2026-02-10T22:46:36.135" v="470" actId="20577"/>
          <ac:spMkLst>
            <pc:docMk/>
            <pc:sldMk cId="402428997" sldId="320"/>
            <ac:spMk id="1504" creationId="{7F78220F-D646-1B74-A018-6A17AC262966}"/>
          </ac:spMkLst>
        </pc:spChg>
        <pc:spChg chg="mod">
          <ac:chgData name="Ngueguim, Olivia" userId="S::o0ngue01@louisville.edu::40de9456-beed-4193-bf3c-e4c553629d4b" providerId="AD" clId="Web-{B3E942D5-FAA6-E0F7-B4E6-90C7DDB9560F}" dt="2026-02-10T22:37:48.954" v="399" actId="14100"/>
          <ac:spMkLst>
            <pc:docMk/>
            <pc:sldMk cId="402428997" sldId="320"/>
            <ac:spMk id="1505" creationId="{DD1B9019-B8B7-99D5-F0F3-DFD9CDA1CA1D}"/>
          </ac:spMkLst>
        </pc:spChg>
        <pc:spChg chg="mod">
          <ac:chgData name="Ngueguim, Olivia" userId="S::o0ngue01@louisville.edu::40de9456-beed-4193-bf3c-e4c553629d4b" providerId="AD" clId="Web-{B3E942D5-FAA6-E0F7-B4E6-90C7DDB9560F}" dt="2026-02-10T22:39:51.827" v="412" actId="1076"/>
          <ac:spMkLst>
            <pc:docMk/>
            <pc:sldMk cId="402428997" sldId="320"/>
            <ac:spMk id="1506" creationId="{7C8F1EC4-BC33-2E86-A97E-9213C80F7F36}"/>
          </ac:spMkLst>
        </pc:spChg>
        <pc:spChg chg="mod">
          <ac:chgData name="Ngueguim, Olivia" userId="S::o0ngue01@louisville.edu::40de9456-beed-4193-bf3c-e4c553629d4b" providerId="AD" clId="Web-{B3E942D5-FAA6-E0F7-B4E6-90C7DDB9560F}" dt="2026-02-10T22:44:13.591" v="436" actId="20577"/>
          <ac:spMkLst>
            <pc:docMk/>
            <pc:sldMk cId="402428997" sldId="320"/>
            <ac:spMk id="1507" creationId="{1ECB4FFB-4191-8B77-7504-EFF775B1F759}"/>
          </ac:spMkLst>
        </pc:spChg>
        <pc:spChg chg="mod">
          <ac:chgData name="Ngueguim, Olivia" userId="S::o0ngue01@louisville.edu::40de9456-beed-4193-bf3c-e4c553629d4b" providerId="AD" clId="Web-{B3E942D5-FAA6-E0F7-B4E6-90C7DDB9560F}" dt="2026-02-10T22:47:43.916" v="495" actId="20577"/>
          <ac:spMkLst>
            <pc:docMk/>
            <pc:sldMk cId="402428997" sldId="320"/>
            <ac:spMk id="1508" creationId="{BF85AF7A-43EA-7BEC-4262-EE1224DD5EC4}"/>
          </ac:spMkLst>
        </pc:spChg>
      </pc:sldChg>
    </pc:docChg>
  </pc:docChgLst>
  <pc:docChgLst>
    <pc:chgData name="Ibikunle, Samuel" userId="S::sfibik01@louisville.edu::fa10b687-f585-42eb-849d-32a9baea2847" providerId="AD" clId="Web-{9306A97B-7E2D-1CA2-CBB7-43D1EFE71E27}"/>
    <pc:docChg chg="delSld modSld">
      <pc:chgData name="Ibikunle, Samuel" userId="S::sfibik01@louisville.edu::fa10b687-f585-42eb-849d-32a9baea2847" providerId="AD" clId="Web-{9306A97B-7E2D-1CA2-CBB7-43D1EFE71E27}" dt="2026-02-10T20:54:47.771" v="195"/>
      <pc:docMkLst>
        <pc:docMk/>
      </pc:docMkLst>
      <pc:sldChg chg="modSp">
        <pc:chgData name="Ibikunle, Samuel" userId="S::sfibik01@louisville.edu::fa10b687-f585-42eb-849d-32a9baea2847" providerId="AD" clId="Web-{9306A97B-7E2D-1CA2-CBB7-43D1EFE71E27}" dt="2026-02-10T20:43:45.233" v="194" actId="14100"/>
        <pc:sldMkLst>
          <pc:docMk/>
          <pc:sldMk cId="0" sldId="266"/>
        </pc:sldMkLst>
        <pc:spChg chg="mod">
          <ac:chgData name="Ibikunle, Samuel" userId="S::sfibik01@louisville.edu::fa10b687-f585-42eb-849d-32a9baea2847" providerId="AD" clId="Web-{9306A97B-7E2D-1CA2-CBB7-43D1EFE71E27}" dt="2026-02-10T20:30:10.706" v="13" actId="20577"/>
          <ac:spMkLst>
            <pc:docMk/>
            <pc:sldMk cId="0" sldId="266"/>
            <ac:spMk id="1194" creationId="{00000000-0000-0000-0000-000000000000}"/>
          </ac:spMkLst>
        </pc:spChg>
        <pc:spChg chg="mod">
          <ac:chgData name="Ibikunle, Samuel" userId="S::sfibik01@louisville.edu::fa10b687-f585-42eb-849d-32a9baea2847" providerId="AD" clId="Web-{9306A97B-7E2D-1CA2-CBB7-43D1EFE71E27}" dt="2026-02-10T20:38:13.006" v="145" actId="20577"/>
          <ac:spMkLst>
            <pc:docMk/>
            <pc:sldMk cId="0" sldId="266"/>
            <ac:spMk id="1195" creationId="{00000000-0000-0000-0000-000000000000}"/>
          </ac:spMkLst>
        </pc:spChg>
        <pc:spChg chg="mod">
          <ac:chgData name="Ibikunle, Samuel" userId="S::sfibik01@louisville.edu::fa10b687-f585-42eb-849d-32a9baea2847" providerId="AD" clId="Web-{9306A97B-7E2D-1CA2-CBB7-43D1EFE71E27}" dt="2026-02-10T20:39:23.131" v="157" actId="20577"/>
          <ac:spMkLst>
            <pc:docMk/>
            <pc:sldMk cId="0" sldId="266"/>
            <ac:spMk id="1196" creationId="{00000000-0000-0000-0000-000000000000}"/>
          </ac:spMkLst>
        </pc:spChg>
        <pc:spChg chg="mod">
          <ac:chgData name="Ibikunle, Samuel" userId="S::sfibik01@louisville.edu::fa10b687-f585-42eb-849d-32a9baea2847" providerId="AD" clId="Web-{9306A97B-7E2D-1CA2-CBB7-43D1EFE71E27}" dt="2026-02-10T20:42:45.482" v="188" actId="20577"/>
          <ac:spMkLst>
            <pc:docMk/>
            <pc:sldMk cId="0" sldId="266"/>
            <ac:spMk id="1197" creationId="{00000000-0000-0000-0000-000000000000}"/>
          </ac:spMkLst>
        </pc:spChg>
        <pc:spChg chg="mod">
          <ac:chgData name="Ibikunle, Samuel" userId="S::sfibik01@louisville.edu::fa10b687-f585-42eb-849d-32a9baea2847" providerId="AD" clId="Web-{9306A97B-7E2D-1CA2-CBB7-43D1EFE71E27}" dt="2026-02-10T20:43:36.733" v="193" actId="14100"/>
          <ac:spMkLst>
            <pc:docMk/>
            <pc:sldMk cId="0" sldId="266"/>
            <ac:spMk id="1198" creationId="{00000000-0000-0000-0000-000000000000}"/>
          </ac:spMkLst>
        </pc:spChg>
        <pc:spChg chg="mod">
          <ac:chgData name="Ibikunle, Samuel" userId="S::sfibik01@louisville.edu::fa10b687-f585-42eb-849d-32a9baea2847" providerId="AD" clId="Web-{9306A97B-7E2D-1CA2-CBB7-43D1EFE71E27}" dt="2026-02-10T20:41:05.917" v="174" actId="20577"/>
          <ac:spMkLst>
            <pc:docMk/>
            <pc:sldMk cId="0" sldId="266"/>
            <ac:spMk id="1199" creationId="{00000000-0000-0000-0000-000000000000}"/>
          </ac:spMkLst>
        </pc:spChg>
        <pc:spChg chg="mod">
          <ac:chgData name="Ibikunle, Samuel" userId="S::sfibik01@louisville.edu::fa10b687-f585-42eb-849d-32a9baea2847" providerId="AD" clId="Web-{9306A97B-7E2D-1CA2-CBB7-43D1EFE71E27}" dt="2026-02-10T20:42:13.263" v="187" actId="20577"/>
          <ac:spMkLst>
            <pc:docMk/>
            <pc:sldMk cId="0" sldId="266"/>
            <ac:spMk id="1200" creationId="{00000000-0000-0000-0000-000000000000}"/>
          </ac:spMkLst>
        </pc:spChg>
        <pc:spChg chg="mod">
          <ac:chgData name="Ibikunle, Samuel" userId="S::sfibik01@louisville.edu::fa10b687-f585-42eb-849d-32a9baea2847" providerId="AD" clId="Web-{9306A97B-7E2D-1CA2-CBB7-43D1EFE71E27}" dt="2026-02-10T20:42:57.185" v="190" actId="20577"/>
          <ac:spMkLst>
            <pc:docMk/>
            <pc:sldMk cId="0" sldId="266"/>
            <ac:spMk id="1201" creationId="{00000000-0000-0000-0000-000000000000}"/>
          </ac:spMkLst>
        </pc:spChg>
        <pc:spChg chg="mod">
          <ac:chgData name="Ibikunle, Samuel" userId="S::sfibik01@louisville.edu::fa10b687-f585-42eb-849d-32a9baea2847" providerId="AD" clId="Web-{9306A97B-7E2D-1CA2-CBB7-43D1EFE71E27}" dt="2026-02-10T20:43:45.233" v="194" actId="14100"/>
          <ac:spMkLst>
            <pc:docMk/>
            <pc:sldMk cId="0" sldId="266"/>
            <ac:spMk id="1202" creationId="{00000000-0000-0000-0000-000000000000}"/>
          </ac:spMkLst>
        </pc:spChg>
      </pc:sldChg>
      <pc:sldChg chg="del">
        <pc:chgData name="Ibikunle, Samuel" userId="S::sfibik01@louisville.edu::fa10b687-f585-42eb-849d-32a9baea2847" providerId="AD" clId="Web-{9306A97B-7E2D-1CA2-CBB7-43D1EFE71E27}" dt="2026-02-10T20:54:47.771" v="195"/>
        <pc:sldMkLst>
          <pc:docMk/>
          <pc:sldMk cId="2242885775" sldId="312"/>
        </pc:sldMkLst>
      </pc:sldChg>
    </pc:docChg>
  </pc:docChgLst>
  <pc:docChgLst>
    <pc:chgData name="Ibikunle, Samuel" userId="S::sfibik01@louisville.edu::fa10b687-f585-42eb-849d-32a9baea2847" providerId="AD" clId="Web-{C329C17C-FA7A-9C91-A08A-5730FE3B22DE}"/>
    <pc:docChg chg="modSld">
      <pc:chgData name="Ibikunle, Samuel" userId="S::sfibik01@louisville.edu::fa10b687-f585-42eb-849d-32a9baea2847" providerId="AD" clId="Web-{C329C17C-FA7A-9C91-A08A-5730FE3B22DE}" dt="2026-02-10T22:14:59.130" v="68" actId="20577"/>
      <pc:docMkLst>
        <pc:docMk/>
      </pc:docMkLst>
      <pc:sldChg chg="addSp delSp modSp">
        <pc:chgData name="Ibikunle, Samuel" userId="S::sfibik01@louisville.edu::fa10b687-f585-42eb-849d-32a9baea2847" providerId="AD" clId="Web-{C329C17C-FA7A-9C91-A08A-5730FE3B22DE}" dt="2026-02-10T22:14:59.130" v="68" actId="20577"/>
        <pc:sldMkLst>
          <pc:docMk/>
          <pc:sldMk cId="0" sldId="263"/>
        </pc:sldMkLst>
        <pc:spChg chg="add del">
          <ac:chgData name="Ibikunle, Samuel" userId="S::sfibik01@louisville.edu::fa10b687-f585-42eb-849d-32a9baea2847" providerId="AD" clId="Web-{C329C17C-FA7A-9C91-A08A-5730FE3B22DE}" dt="2026-02-10T22:12:09.282" v="3"/>
          <ac:spMkLst>
            <pc:docMk/>
            <pc:sldMk cId="0" sldId="263"/>
            <ac:spMk id="2" creationId="{71355900-B029-A869-8B98-28B698D9CDA8}"/>
          </ac:spMkLst>
        </pc:spChg>
        <pc:spChg chg="add del">
          <ac:chgData name="Ibikunle, Samuel" userId="S::sfibik01@louisville.edu::fa10b687-f585-42eb-849d-32a9baea2847" providerId="AD" clId="Web-{C329C17C-FA7A-9C91-A08A-5730FE3B22DE}" dt="2026-02-10T22:13:02.846" v="7"/>
          <ac:spMkLst>
            <pc:docMk/>
            <pc:sldMk cId="0" sldId="263"/>
            <ac:spMk id="3" creationId="{41F74AE4-1A3D-83AE-FFFB-CCBCF5E8797A}"/>
          </ac:spMkLst>
        </pc:spChg>
        <pc:spChg chg="add del">
          <ac:chgData name="Ibikunle, Samuel" userId="S::sfibik01@louisville.edu::fa10b687-f585-42eb-849d-32a9baea2847" providerId="AD" clId="Web-{C329C17C-FA7A-9C91-A08A-5730FE3B22DE}" dt="2026-02-10T22:13:17.674" v="9"/>
          <ac:spMkLst>
            <pc:docMk/>
            <pc:sldMk cId="0" sldId="263"/>
            <ac:spMk id="4" creationId="{910A56A0-AF85-E1F2-6ABE-B61D686B743D}"/>
          </ac:spMkLst>
        </pc:spChg>
        <pc:spChg chg="add del">
          <ac:chgData name="Ibikunle, Samuel" userId="S::sfibik01@louisville.edu::fa10b687-f585-42eb-849d-32a9baea2847" providerId="AD" clId="Web-{C329C17C-FA7A-9C91-A08A-5730FE3B22DE}" dt="2026-02-10T22:13:26.628" v="11"/>
          <ac:spMkLst>
            <pc:docMk/>
            <pc:sldMk cId="0" sldId="263"/>
            <ac:spMk id="5" creationId="{C096EC2B-09F8-C0A0-8BD5-DAABC18A1E7D}"/>
          </ac:spMkLst>
        </pc:spChg>
        <pc:spChg chg="add del">
          <ac:chgData name="Ibikunle, Samuel" userId="S::sfibik01@louisville.edu::fa10b687-f585-42eb-849d-32a9baea2847" providerId="AD" clId="Web-{C329C17C-FA7A-9C91-A08A-5730FE3B22DE}" dt="2026-02-10T22:13:27.503" v="13"/>
          <ac:spMkLst>
            <pc:docMk/>
            <pc:sldMk cId="0" sldId="263"/>
            <ac:spMk id="6" creationId="{AE28FA89-CD94-C4B7-425D-9333540AD024}"/>
          </ac:spMkLst>
        </pc:spChg>
        <pc:spChg chg="add del mod">
          <ac:chgData name="Ibikunle, Samuel" userId="S::sfibik01@louisville.edu::fa10b687-f585-42eb-849d-32a9baea2847" providerId="AD" clId="Web-{C329C17C-FA7A-9C91-A08A-5730FE3B22DE}" dt="2026-02-10T22:13:56.660" v="21"/>
          <ac:spMkLst>
            <pc:docMk/>
            <pc:sldMk cId="0" sldId="263"/>
            <ac:spMk id="11" creationId="{DC07883F-A457-7DCD-76F7-AC4BA6C6DAF2}"/>
          </ac:spMkLst>
        </pc:spChg>
        <pc:spChg chg="mod">
          <ac:chgData name="Ibikunle, Samuel" userId="S::sfibik01@louisville.edu::fa10b687-f585-42eb-849d-32a9baea2847" providerId="AD" clId="Web-{C329C17C-FA7A-9C91-A08A-5730FE3B22DE}" dt="2026-02-10T22:14:59.130" v="68" actId="20577"/>
          <ac:spMkLst>
            <pc:docMk/>
            <pc:sldMk cId="0" sldId="263"/>
            <ac:spMk id="1128" creationId="{00000000-0000-0000-0000-000000000000}"/>
          </ac:spMkLst>
        </pc:spChg>
        <pc:grpChg chg="mod">
          <ac:chgData name="Ibikunle, Samuel" userId="S::sfibik01@louisville.edu::fa10b687-f585-42eb-849d-32a9baea2847" providerId="AD" clId="Web-{C329C17C-FA7A-9C91-A08A-5730FE3B22DE}" dt="2026-02-10T22:12:52.627" v="5" actId="1076"/>
          <ac:grpSpMkLst>
            <pc:docMk/>
            <pc:sldMk cId="0" sldId="263"/>
            <ac:grpSpMk id="1129" creationId="{00000000-0000-0000-0000-000000000000}"/>
          </ac:grpSpMkLst>
        </pc:grpChg>
        <pc:graphicFrameChg chg="add del mod">
          <ac:chgData name="Ibikunle, Samuel" userId="S::sfibik01@louisville.edu::fa10b687-f585-42eb-849d-32a9baea2847" providerId="AD" clId="Web-{C329C17C-FA7A-9C91-A08A-5730FE3B22DE}" dt="2026-02-10T22:13:56.660" v="23"/>
          <ac:graphicFrameMkLst>
            <pc:docMk/>
            <pc:sldMk cId="0" sldId="263"/>
            <ac:graphicFrameMk id="8" creationId="{459DA748-B7C3-26CD-7E2F-AF659DFD6DA8}"/>
          </ac:graphicFrameMkLst>
        </pc:graphicFrameChg>
        <pc:graphicFrameChg chg="add del mod">
          <ac:chgData name="Ibikunle, Samuel" userId="S::sfibik01@louisville.edu::fa10b687-f585-42eb-849d-32a9baea2847" providerId="AD" clId="Web-{C329C17C-FA7A-9C91-A08A-5730FE3B22DE}" dt="2026-02-10T22:13:56.660" v="22"/>
          <ac:graphicFrameMkLst>
            <pc:docMk/>
            <pc:sldMk cId="0" sldId="263"/>
            <ac:graphicFrameMk id="10" creationId="{C88BE90A-F849-58C1-981F-32D45E784F56}"/>
          </ac:graphicFrameMkLst>
        </pc:graphicFrameChg>
      </pc:sldChg>
    </pc:docChg>
  </pc:docChgLst>
  <pc:docChgLst>
    <pc:chgData name="Ngueguim, Olivia" userId="S::o0ngue01@louisville.edu::40de9456-beed-4193-bf3c-e4c553629d4b" providerId="AD" clId="Web-{7921CD25-5A32-052B-0061-B694F2E0E884}"/>
    <pc:docChg chg="addSld delSld modSld sldOrd">
      <pc:chgData name="Ngueguim, Olivia" userId="S::o0ngue01@louisville.edu::40de9456-beed-4193-bf3c-e4c553629d4b" providerId="AD" clId="Web-{7921CD25-5A32-052B-0061-B694F2E0E884}" dt="2026-02-10T05:44:49.631" v="1018" actId="1076"/>
      <pc:docMkLst>
        <pc:docMk/>
      </pc:docMkLst>
      <pc:sldChg chg="addSp delSp modSp">
        <pc:chgData name="Ngueguim, Olivia" userId="S::o0ngue01@louisville.edu::40de9456-beed-4193-bf3c-e4c553629d4b" providerId="AD" clId="Web-{7921CD25-5A32-052B-0061-B694F2E0E884}" dt="2026-02-10T05:13:16.187" v="865" actId="20577"/>
        <pc:sldMkLst>
          <pc:docMk/>
          <pc:sldMk cId="0" sldId="257"/>
        </pc:sldMkLst>
        <pc:spChg chg="add del mod">
          <ac:chgData name="Ngueguim, Olivia" userId="S::o0ngue01@louisville.edu::40de9456-beed-4193-bf3c-e4c553629d4b" providerId="AD" clId="Web-{7921CD25-5A32-052B-0061-B694F2E0E884}" dt="2026-02-10T03:20:24.744" v="125"/>
          <ac:spMkLst>
            <pc:docMk/>
            <pc:sldMk cId="0" sldId="257"/>
            <ac:spMk id="10" creationId="{A7F64B55-0FD1-6642-877A-C7BA4F798B68}"/>
          </ac:spMkLst>
        </pc:spChg>
        <pc:spChg chg="add del mod">
          <ac:chgData name="Ngueguim, Olivia" userId="S::o0ngue01@louisville.edu::40de9456-beed-4193-bf3c-e4c553629d4b" providerId="AD" clId="Web-{7921CD25-5A32-052B-0061-B694F2E0E884}" dt="2026-02-10T03:20:04.853" v="124"/>
          <ac:spMkLst>
            <pc:docMk/>
            <pc:sldMk cId="0" sldId="257"/>
            <ac:spMk id="11" creationId="{42E39E3C-3F73-84D5-D49C-C479DE69650F}"/>
          </ac:spMkLst>
        </pc:spChg>
        <pc:spChg chg="add del">
          <ac:chgData name="Ngueguim, Olivia" userId="S::o0ngue01@louisville.edu::40de9456-beed-4193-bf3c-e4c553629d4b" providerId="AD" clId="Web-{7921CD25-5A32-052B-0061-B694F2E0E884}" dt="2026-02-10T03:22:30.486" v="136"/>
          <ac:spMkLst>
            <pc:docMk/>
            <pc:sldMk cId="0" sldId="257"/>
            <ac:spMk id="12" creationId="{70A15E7D-C9C5-F093-4586-BEA583AFF1DD}"/>
          </ac:spMkLst>
        </pc:spChg>
        <pc:spChg chg="add del">
          <ac:chgData name="Ngueguim, Olivia" userId="S::o0ngue01@louisville.edu::40de9456-beed-4193-bf3c-e4c553629d4b" providerId="AD" clId="Web-{7921CD25-5A32-052B-0061-B694F2E0E884}" dt="2026-02-10T03:22:45.268" v="138"/>
          <ac:spMkLst>
            <pc:docMk/>
            <pc:sldMk cId="0" sldId="257"/>
            <ac:spMk id="13" creationId="{7CEF28ED-11E4-26A0-5C5F-0B0E0530BBF1}"/>
          </ac:spMkLst>
        </pc:spChg>
        <pc:spChg chg="add del">
          <ac:chgData name="Ngueguim, Olivia" userId="S::o0ngue01@louisville.edu::40de9456-beed-4193-bf3c-e4c553629d4b" providerId="AD" clId="Web-{7921CD25-5A32-052B-0061-B694F2E0E884}" dt="2026-02-10T03:23:25.674" v="141"/>
          <ac:spMkLst>
            <pc:docMk/>
            <pc:sldMk cId="0" sldId="257"/>
            <ac:spMk id="14" creationId="{AE62618A-22FD-D472-4AFC-0E2684FD8F8D}"/>
          </ac:spMkLst>
        </pc:spChg>
        <pc:spChg chg="add del mod">
          <ac:chgData name="Ngueguim, Olivia" userId="S::o0ngue01@louisville.edu::40de9456-beed-4193-bf3c-e4c553629d4b" providerId="AD" clId="Web-{7921CD25-5A32-052B-0061-B694F2E0E884}" dt="2026-02-10T04:57:25.067" v="808"/>
          <ac:spMkLst>
            <pc:docMk/>
            <pc:sldMk cId="0" sldId="257"/>
            <ac:spMk id="16" creationId="{DD45826B-B254-05D9-90B3-CCA2478D2B26}"/>
          </ac:spMkLst>
        </pc:spChg>
        <pc:spChg chg="add mod">
          <ac:chgData name="Ngueguim, Olivia" userId="S::o0ngue01@louisville.edu::40de9456-beed-4193-bf3c-e4c553629d4b" providerId="AD" clId="Web-{7921CD25-5A32-052B-0061-B694F2E0E884}" dt="2026-02-10T05:13:16.187" v="865" actId="20577"/>
          <ac:spMkLst>
            <pc:docMk/>
            <pc:sldMk cId="0" sldId="257"/>
            <ac:spMk id="18" creationId="{0A6E2009-C0A9-71C2-FE13-164A60AAF6DC}"/>
          </ac:spMkLst>
        </pc:spChg>
        <pc:spChg chg="del mod">
          <ac:chgData name="Ngueguim, Olivia" userId="S::o0ngue01@louisville.edu::40de9456-beed-4193-bf3c-e4c553629d4b" providerId="AD" clId="Web-{7921CD25-5A32-052B-0061-B694F2E0E884}" dt="2026-02-10T04:56:47.395" v="807"/>
          <ac:spMkLst>
            <pc:docMk/>
            <pc:sldMk cId="0" sldId="257"/>
            <ac:spMk id="983" creationId="{00000000-0000-0000-0000-000000000000}"/>
          </ac:spMkLst>
        </pc:spChg>
        <pc:spChg chg="mod">
          <ac:chgData name="Ngueguim, Olivia" userId="S::o0ngue01@louisville.edu::40de9456-beed-4193-bf3c-e4c553629d4b" providerId="AD" clId="Web-{7921CD25-5A32-052B-0061-B694F2E0E884}" dt="2026-02-10T05:12:34.343" v="861" actId="20577"/>
          <ac:spMkLst>
            <pc:docMk/>
            <pc:sldMk cId="0" sldId="257"/>
            <ac:spMk id="985" creationId="{00000000-0000-0000-0000-000000000000}"/>
          </ac:spMkLst>
        </pc:spChg>
        <pc:spChg chg="del mod">
          <ac:chgData name="Ngueguim, Olivia" userId="S::o0ngue01@louisville.edu::40de9456-beed-4193-bf3c-e4c553629d4b" providerId="AD" clId="Web-{7921CD25-5A32-052B-0061-B694F2E0E884}" dt="2026-02-10T02:56:30.877" v="23"/>
          <ac:spMkLst>
            <pc:docMk/>
            <pc:sldMk cId="0" sldId="257"/>
            <ac:spMk id="986" creationId="{00000000-0000-0000-0000-000000000000}"/>
          </ac:spMkLst>
        </pc:spChg>
        <pc:spChg chg="del">
          <ac:chgData name="Ngueguim, Olivia" userId="S::o0ngue01@louisville.edu::40de9456-beed-4193-bf3c-e4c553629d4b" providerId="AD" clId="Web-{7921CD25-5A32-052B-0061-B694F2E0E884}" dt="2026-02-10T02:56:20.111" v="22"/>
          <ac:spMkLst>
            <pc:docMk/>
            <pc:sldMk cId="0" sldId="257"/>
            <ac:spMk id="987" creationId="{00000000-0000-0000-0000-000000000000}"/>
          </ac:spMkLst>
        </pc:spChg>
        <pc:graphicFrameChg chg="del">
          <ac:chgData name="Ngueguim, Olivia" userId="S::o0ngue01@louisville.edu::40de9456-beed-4193-bf3c-e4c553629d4b" providerId="AD" clId="Web-{7921CD25-5A32-052B-0061-B694F2E0E884}" dt="2026-02-10T02:55:41.845" v="17"/>
          <ac:graphicFrameMkLst>
            <pc:docMk/>
            <pc:sldMk cId="0" sldId="257"/>
            <ac:graphicFrameMk id="984" creationId="{00000000-0000-0000-0000-000000000000}"/>
          </ac:graphicFrameMkLst>
        </pc:graphicFrameChg>
        <pc:picChg chg="add del mod">
          <ac:chgData name="Ngueguim, Olivia" userId="S::o0ngue01@louisville.edu::40de9456-beed-4193-bf3c-e4c553629d4b" providerId="AD" clId="Web-{7921CD25-5A32-052B-0061-B694F2E0E884}" dt="2026-02-10T03:11:24.037" v="86"/>
          <ac:picMkLst>
            <pc:docMk/>
            <pc:sldMk cId="0" sldId="257"/>
            <ac:picMk id="2" creationId="{AE40984E-5DEC-0F43-C991-794B69EBC3B3}"/>
          </ac:picMkLst>
        </pc:picChg>
        <pc:picChg chg="add del mod">
          <ac:chgData name="Ngueguim, Olivia" userId="S::o0ngue01@louisville.edu::40de9456-beed-4193-bf3c-e4c553629d4b" providerId="AD" clId="Web-{7921CD25-5A32-052B-0061-B694F2E0E884}" dt="2026-02-10T03:13:05.374" v="93"/>
          <ac:picMkLst>
            <pc:docMk/>
            <pc:sldMk cId="0" sldId="257"/>
            <ac:picMk id="3" creationId="{8B28D3BC-B612-E0B3-4EFB-D1FDAFF55598}"/>
          </ac:picMkLst>
        </pc:picChg>
        <pc:picChg chg="add del mod">
          <ac:chgData name="Ngueguim, Olivia" userId="S::o0ngue01@louisville.edu::40de9456-beed-4193-bf3c-e4c553629d4b" providerId="AD" clId="Web-{7921CD25-5A32-052B-0061-B694F2E0E884}" dt="2026-02-10T03:13:36.578" v="97"/>
          <ac:picMkLst>
            <pc:docMk/>
            <pc:sldMk cId="0" sldId="257"/>
            <ac:picMk id="4" creationId="{4FC77B4F-3E4F-2078-6C29-96233442B423}"/>
          </ac:picMkLst>
        </pc:picChg>
        <pc:picChg chg="add mod modCrop">
          <ac:chgData name="Ngueguim, Olivia" userId="S::o0ngue01@louisville.edu::40de9456-beed-4193-bf3c-e4c553629d4b" providerId="AD" clId="Web-{7921CD25-5A32-052B-0061-B694F2E0E884}" dt="2026-02-10T05:07:27.327" v="839" actId="14100"/>
          <ac:picMkLst>
            <pc:docMk/>
            <pc:sldMk cId="0" sldId="257"/>
            <ac:picMk id="5" creationId="{7D3747B3-214F-F2F2-E8E0-B9824B96AB27}"/>
          </ac:picMkLst>
        </pc:picChg>
        <pc:picChg chg="add del mod">
          <ac:chgData name="Ngueguim, Olivia" userId="S::o0ngue01@louisville.edu::40de9456-beed-4193-bf3c-e4c553629d4b" providerId="AD" clId="Web-{7921CD25-5A32-052B-0061-B694F2E0E884}" dt="2026-02-10T03:14:47.984" v="102"/>
          <ac:picMkLst>
            <pc:docMk/>
            <pc:sldMk cId="0" sldId="257"/>
            <ac:picMk id="6" creationId="{327583D3-59F3-E503-53DA-1403485042F4}"/>
          </ac:picMkLst>
        </pc:picChg>
        <pc:picChg chg="add mod modCrop">
          <ac:chgData name="Ngueguim, Olivia" userId="S::o0ngue01@louisville.edu::40de9456-beed-4193-bf3c-e4c553629d4b" providerId="AD" clId="Web-{7921CD25-5A32-052B-0061-B694F2E0E884}" dt="2026-02-10T05:07:19.233" v="838" actId="1076"/>
          <ac:picMkLst>
            <pc:docMk/>
            <pc:sldMk cId="0" sldId="257"/>
            <ac:picMk id="7" creationId="{CB063401-401D-EB94-7353-941EFA38323F}"/>
          </ac:picMkLst>
        </pc:picChg>
        <pc:picChg chg="add mod">
          <ac:chgData name="Ngueguim, Olivia" userId="S::o0ngue01@louisville.edu::40de9456-beed-4193-bf3c-e4c553629d4b" providerId="AD" clId="Web-{7921CD25-5A32-052B-0061-B694F2E0E884}" dt="2026-02-10T05:05:53.811" v="831" actId="1076"/>
          <ac:picMkLst>
            <pc:docMk/>
            <pc:sldMk cId="0" sldId="257"/>
            <ac:picMk id="8" creationId="{A34EF335-4D0A-007D-A177-8FB106700070}"/>
          </ac:picMkLst>
        </pc:picChg>
        <pc:picChg chg="add mod">
          <ac:chgData name="Ngueguim, Olivia" userId="S::o0ngue01@louisville.edu::40de9456-beed-4193-bf3c-e4c553629d4b" providerId="AD" clId="Web-{7921CD25-5A32-052B-0061-B694F2E0E884}" dt="2026-02-10T05:06:00.092" v="832" actId="1076"/>
          <ac:picMkLst>
            <pc:docMk/>
            <pc:sldMk cId="0" sldId="257"/>
            <ac:picMk id="9" creationId="{39E315A2-14D7-09A3-2CBB-9CF6A3868486}"/>
          </ac:picMkLst>
        </pc:picChg>
      </pc:sldChg>
      <pc:sldChg chg="addSp delSp modSp add del">
        <pc:chgData name="Ngueguim, Olivia" userId="S::o0ngue01@louisville.edu::40de9456-beed-4193-bf3c-e4c553629d4b" providerId="AD" clId="Web-{7921CD25-5A32-052B-0061-B694F2E0E884}" dt="2026-02-10T05:38:10.213" v="919" actId="14100"/>
        <pc:sldMkLst>
          <pc:docMk/>
          <pc:sldMk cId="0" sldId="259"/>
        </pc:sldMkLst>
        <pc:spChg chg="add del mod">
          <ac:chgData name="Ngueguim, Olivia" userId="S::o0ngue01@louisville.edu::40de9456-beed-4193-bf3c-e4c553629d4b" providerId="AD" clId="Web-{7921CD25-5A32-052B-0061-B694F2E0E884}" dt="2026-02-10T03:59:05.525" v="483"/>
          <ac:spMkLst>
            <pc:docMk/>
            <pc:sldMk cId="0" sldId="259"/>
            <ac:spMk id="3" creationId="{2513B9A4-A8A6-7941-28F1-9BE180759B7D}"/>
          </ac:spMkLst>
        </pc:spChg>
        <pc:spChg chg="add del mod">
          <ac:chgData name="Ngueguim, Olivia" userId="S::o0ngue01@louisville.edu::40de9456-beed-4193-bf3c-e4c553629d4b" providerId="AD" clId="Web-{7921CD25-5A32-052B-0061-B694F2E0E884}" dt="2026-02-10T04:46:22.283" v="777"/>
          <ac:spMkLst>
            <pc:docMk/>
            <pc:sldMk cId="0" sldId="259"/>
            <ac:spMk id="4" creationId="{DBECC690-0FDA-8F6A-0698-41BCAE5C0225}"/>
          </ac:spMkLst>
        </pc:spChg>
        <pc:spChg chg="add del mod">
          <ac:chgData name="Ngueguim, Olivia" userId="S::o0ngue01@louisville.edu::40de9456-beed-4193-bf3c-e4c553629d4b" providerId="AD" clId="Web-{7921CD25-5A32-052B-0061-B694F2E0E884}" dt="2026-02-10T04:00:45.713" v="495"/>
          <ac:spMkLst>
            <pc:docMk/>
            <pc:sldMk cId="0" sldId="259"/>
            <ac:spMk id="5" creationId="{032C3B68-833A-7F0E-0BBE-A8F46978BFC6}"/>
          </ac:spMkLst>
        </pc:spChg>
        <pc:spChg chg="add del mod">
          <ac:chgData name="Ngueguim, Olivia" userId="S::o0ngue01@louisville.edu::40de9456-beed-4193-bf3c-e4c553629d4b" providerId="AD" clId="Web-{7921CD25-5A32-052B-0061-B694F2E0E884}" dt="2026-02-10T04:43:36.264" v="766"/>
          <ac:spMkLst>
            <pc:docMk/>
            <pc:sldMk cId="0" sldId="259"/>
            <ac:spMk id="7" creationId="{6707FB1C-0263-0986-CF29-EC5334079E59}"/>
          </ac:spMkLst>
        </pc:spChg>
        <pc:spChg chg="mod">
          <ac:chgData name="Ngueguim, Olivia" userId="S::o0ngue01@louisville.edu::40de9456-beed-4193-bf3c-e4c553629d4b" providerId="AD" clId="Web-{7921CD25-5A32-052B-0061-B694F2E0E884}" dt="2026-02-10T05:38:10.213" v="919" actId="14100"/>
          <ac:spMkLst>
            <pc:docMk/>
            <pc:sldMk cId="0" sldId="259"/>
            <ac:spMk id="1009" creationId="{00000000-0000-0000-0000-000000000000}"/>
          </ac:spMkLst>
        </pc:spChg>
        <pc:spChg chg="del mod">
          <ac:chgData name="Ngueguim, Olivia" userId="S::o0ngue01@louisville.edu::40de9456-beed-4193-bf3c-e4c553629d4b" providerId="AD" clId="Web-{7921CD25-5A32-052B-0061-B694F2E0E884}" dt="2026-02-10T04:46:10.049" v="776"/>
          <ac:spMkLst>
            <pc:docMk/>
            <pc:sldMk cId="0" sldId="259"/>
            <ac:spMk id="1010" creationId="{00000000-0000-0000-0000-000000000000}"/>
          </ac:spMkLst>
        </pc:spChg>
        <pc:grpChg chg="mod">
          <ac:chgData name="Ngueguim, Olivia" userId="S::o0ngue01@louisville.edu::40de9456-beed-4193-bf3c-e4c553629d4b" providerId="AD" clId="Web-{7921CD25-5A32-052B-0061-B694F2E0E884}" dt="2026-02-10T05:14:29.749" v="868" actId="14100"/>
          <ac:grpSpMkLst>
            <pc:docMk/>
            <pc:sldMk cId="0" sldId="259"/>
            <ac:grpSpMk id="1048" creationId="{00000000-0000-0000-0000-000000000000}"/>
          </ac:grpSpMkLst>
        </pc:grpChg>
        <pc:picChg chg="add mod">
          <ac:chgData name="Ngueguim, Olivia" userId="S::o0ngue01@louisville.edu::40de9456-beed-4193-bf3c-e4c553629d4b" providerId="AD" clId="Web-{7921CD25-5A32-052B-0061-B694F2E0E884}" dt="2026-02-10T04:46:35.158" v="778" actId="1076"/>
          <ac:picMkLst>
            <pc:docMk/>
            <pc:sldMk cId="0" sldId="259"/>
            <ac:picMk id="2" creationId="{A9665A7B-6E06-AFDC-E9CD-8AEF095F3613}"/>
          </ac:picMkLst>
        </pc:picChg>
      </pc:sldChg>
      <pc:sldChg chg="add del replId">
        <pc:chgData name="Ngueguim, Olivia" userId="S::o0ngue01@louisville.edu::40de9456-beed-4193-bf3c-e4c553629d4b" providerId="AD" clId="Web-{7921CD25-5A32-052B-0061-B694F2E0E884}" dt="2026-02-10T04:10:53.795" v="561"/>
        <pc:sldMkLst>
          <pc:docMk/>
          <pc:sldMk cId="2328988062" sldId="313"/>
        </pc:sldMkLst>
      </pc:sldChg>
      <pc:sldChg chg="addSp delSp modSp add replId">
        <pc:chgData name="Ngueguim, Olivia" userId="S::o0ngue01@louisville.edu::40de9456-beed-4193-bf3c-e4c553629d4b" providerId="AD" clId="Web-{7921CD25-5A32-052B-0061-B694F2E0E884}" dt="2026-02-10T04:31:54.199" v="717" actId="14100"/>
        <pc:sldMkLst>
          <pc:docMk/>
          <pc:sldMk cId="3983177872" sldId="314"/>
        </pc:sldMkLst>
        <pc:spChg chg="add del mod">
          <ac:chgData name="Ngueguim, Olivia" userId="S::o0ngue01@louisville.edu::40de9456-beed-4193-bf3c-e4c553629d4b" providerId="AD" clId="Web-{7921CD25-5A32-052B-0061-B694F2E0E884}" dt="2026-02-10T04:26:30.879" v="678"/>
          <ac:spMkLst>
            <pc:docMk/>
            <pc:sldMk cId="3983177872" sldId="314"/>
            <ac:spMk id="2" creationId="{56CC25F3-D905-AFAE-2CFA-8F6974CDB0D1}"/>
          </ac:spMkLst>
        </pc:spChg>
        <pc:spChg chg="add mod">
          <ac:chgData name="Ngueguim, Olivia" userId="S::o0ngue01@louisville.edu::40de9456-beed-4193-bf3c-e4c553629d4b" providerId="AD" clId="Web-{7921CD25-5A32-052B-0061-B694F2E0E884}" dt="2026-02-10T04:27:53.724" v="702" actId="20577"/>
          <ac:spMkLst>
            <pc:docMk/>
            <pc:sldMk cId="3983177872" sldId="314"/>
            <ac:spMk id="3" creationId="{24722FED-79C0-949A-3FE0-D17C5C3BC409}"/>
          </ac:spMkLst>
        </pc:spChg>
        <pc:spChg chg="add mod">
          <ac:chgData name="Ngueguim, Olivia" userId="S::o0ngue01@louisville.edu::40de9456-beed-4193-bf3c-e4c553629d4b" providerId="AD" clId="Web-{7921CD25-5A32-052B-0061-B694F2E0E884}" dt="2026-02-10T04:31:54.199" v="717" actId="14100"/>
          <ac:spMkLst>
            <pc:docMk/>
            <pc:sldMk cId="3983177872" sldId="314"/>
            <ac:spMk id="5" creationId="{3D7ED71A-CEF8-1EE8-CCAD-B5C38C51DC43}"/>
          </ac:spMkLst>
        </pc:spChg>
        <pc:spChg chg="mod">
          <ac:chgData name="Ngueguim, Olivia" userId="S::o0ngue01@louisville.edu::40de9456-beed-4193-bf3c-e4c553629d4b" providerId="AD" clId="Web-{7921CD25-5A32-052B-0061-B694F2E0E884}" dt="2026-02-10T04:15:58.031" v="591" actId="20577"/>
          <ac:spMkLst>
            <pc:docMk/>
            <pc:sldMk cId="3983177872" sldId="314"/>
            <ac:spMk id="1629" creationId="{39C296D2-B4EE-77FB-ADF9-F52E0F29F45E}"/>
          </ac:spMkLst>
        </pc:spChg>
        <pc:spChg chg="mod">
          <ac:chgData name="Ngueguim, Olivia" userId="S::o0ngue01@louisville.edu::40de9456-beed-4193-bf3c-e4c553629d4b" providerId="AD" clId="Web-{7921CD25-5A32-052B-0061-B694F2E0E884}" dt="2026-02-10T04:18:20.047" v="610" actId="20577"/>
          <ac:spMkLst>
            <pc:docMk/>
            <pc:sldMk cId="3983177872" sldId="314"/>
            <ac:spMk id="1630" creationId="{84104FB2-ED49-D440-E92B-D85BE798C8C5}"/>
          </ac:spMkLst>
        </pc:spChg>
        <pc:spChg chg="mod">
          <ac:chgData name="Ngueguim, Olivia" userId="S::o0ngue01@louisville.edu::40de9456-beed-4193-bf3c-e4c553629d4b" providerId="AD" clId="Web-{7921CD25-5A32-052B-0061-B694F2E0E884}" dt="2026-02-10T04:23:26.268" v="649" actId="20577"/>
          <ac:spMkLst>
            <pc:docMk/>
            <pc:sldMk cId="3983177872" sldId="314"/>
            <ac:spMk id="1631" creationId="{97D62D44-AE53-66B5-4796-A8BC0F3E870B}"/>
          </ac:spMkLst>
        </pc:spChg>
        <pc:spChg chg="del">
          <ac:chgData name="Ngueguim, Olivia" userId="S::o0ngue01@louisville.edu::40de9456-beed-4193-bf3c-e4c553629d4b" providerId="AD" clId="Web-{7921CD25-5A32-052B-0061-B694F2E0E884}" dt="2026-02-10T04:12:12.296" v="567"/>
          <ac:spMkLst>
            <pc:docMk/>
            <pc:sldMk cId="3983177872" sldId="314"/>
            <ac:spMk id="1632" creationId="{7F9A0926-7D53-B48A-6137-BA00A5A663E5}"/>
          </ac:spMkLst>
        </pc:spChg>
        <pc:spChg chg="mod">
          <ac:chgData name="Ngueguim, Olivia" userId="S::o0ngue01@louisville.edu::40de9456-beed-4193-bf3c-e4c553629d4b" providerId="AD" clId="Web-{7921CD25-5A32-052B-0061-B694F2E0E884}" dt="2026-02-10T04:30:18.558" v="713" actId="1076"/>
          <ac:spMkLst>
            <pc:docMk/>
            <pc:sldMk cId="3983177872" sldId="314"/>
            <ac:spMk id="1633" creationId="{5D620DF9-5AA3-D2C6-23BF-06EC725CC71A}"/>
          </ac:spMkLst>
        </pc:spChg>
        <pc:spChg chg="mod">
          <ac:chgData name="Ngueguim, Olivia" userId="S::o0ngue01@louisville.edu::40de9456-beed-4193-bf3c-e4c553629d4b" providerId="AD" clId="Web-{7921CD25-5A32-052B-0061-B694F2E0E884}" dt="2026-02-10T04:15:04.421" v="585" actId="20577"/>
          <ac:spMkLst>
            <pc:docMk/>
            <pc:sldMk cId="3983177872" sldId="314"/>
            <ac:spMk id="1634" creationId="{3288267D-2B85-2749-618E-4EDC53FF0563}"/>
          </ac:spMkLst>
        </pc:spChg>
        <pc:spChg chg="del mod">
          <ac:chgData name="Ngueguim, Olivia" userId="S::o0ngue01@louisville.edu::40de9456-beed-4193-bf3c-e4c553629d4b" providerId="AD" clId="Web-{7921CD25-5A32-052B-0061-B694F2E0E884}" dt="2026-02-10T04:25:49.066" v="673"/>
          <ac:spMkLst>
            <pc:docMk/>
            <pc:sldMk cId="3983177872" sldId="314"/>
            <ac:spMk id="1635" creationId="{67AA0075-841D-168E-349F-9C3C31BB841C}"/>
          </ac:spMkLst>
        </pc:spChg>
        <pc:spChg chg="del mod">
          <ac:chgData name="Ngueguim, Olivia" userId="S::o0ngue01@louisville.edu::40de9456-beed-4193-bf3c-e4c553629d4b" providerId="AD" clId="Web-{7921CD25-5A32-052B-0061-B694F2E0E884}" dt="2026-02-10T04:16:48.453" v="599"/>
          <ac:spMkLst>
            <pc:docMk/>
            <pc:sldMk cId="3983177872" sldId="314"/>
            <ac:spMk id="1636" creationId="{B12E4741-19C6-AE7D-3953-1710FFFA7218}"/>
          </ac:spMkLst>
        </pc:spChg>
        <pc:spChg chg="mod">
          <ac:chgData name="Ngueguim, Olivia" userId="S::o0ngue01@louisville.edu::40de9456-beed-4193-bf3c-e4c553629d4b" providerId="AD" clId="Web-{7921CD25-5A32-052B-0061-B694F2E0E884}" dt="2026-02-10T04:20:35.673" v="633" actId="20577"/>
          <ac:spMkLst>
            <pc:docMk/>
            <pc:sldMk cId="3983177872" sldId="314"/>
            <ac:spMk id="1637" creationId="{934E844D-2147-D84F-320D-649F4B09EC38}"/>
          </ac:spMkLst>
        </pc:spChg>
        <pc:spChg chg="mod">
          <ac:chgData name="Ngueguim, Olivia" userId="S::o0ngue01@louisville.edu::40de9456-beed-4193-bf3c-e4c553629d4b" providerId="AD" clId="Web-{7921CD25-5A32-052B-0061-B694F2E0E884}" dt="2026-02-10T04:25:31.566" v="672" actId="20577"/>
          <ac:spMkLst>
            <pc:docMk/>
            <pc:sldMk cId="3983177872" sldId="314"/>
            <ac:spMk id="1638" creationId="{7DE0204A-8182-38E8-8371-19CFFFDFB3CA}"/>
          </ac:spMkLst>
        </pc:spChg>
        <pc:spChg chg="del mod">
          <ac:chgData name="Ngueguim, Olivia" userId="S::o0ngue01@louisville.edu::40de9456-beed-4193-bf3c-e4c553629d4b" providerId="AD" clId="Web-{7921CD25-5A32-052B-0061-B694F2E0E884}" dt="2026-02-10T04:20:05.813" v="630"/>
          <ac:spMkLst>
            <pc:docMk/>
            <pc:sldMk cId="3983177872" sldId="314"/>
            <ac:spMk id="1639" creationId="{3A8F9D40-A750-1EF4-5D15-0D40BA76FE66}"/>
          </ac:spMkLst>
        </pc:spChg>
        <pc:spChg chg="del">
          <ac:chgData name="Ngueguim, Olivia" userId="S::o0ngue01@louisville.edu::40de9456-beed-4193-bf3c-e4c553629d4b" providerId="AD" clId="Web-{7921CD25-5A32-052B-0061-B694F2E0E884}" dt="2026-02-10T04:23:46.315" v="650"/>
          <ac:spMkLst>
            <pc:docMk/>
            <pc:sldMk cId="3983177872" sldId="314"/>
            <ac:spMk id="1640" creationId="{98ADACA8-BE15-F88F-A9BE-C5188724FC12}"/>
          </ac:spMkLst>
        </pc:spChg>
        <pc:spChg chg="mod">
          <ac:chgData name="Ngueguim, Olivia" userId="S::o0ngue01@louisville.edu::40de9456-beed-4193-bf3c-e4c553629d4b" providerId="AD" clId="Web-{7921CD25-5A32-052B-0061-B694F2E0E884}" dt="2026-02-10T04:21:27.485" v="640" actId="14100"/>
          <ac:spMkLst>
            <pc:docMk/>
            <pc:sldMk cId="3983177872" sldId="314"/>
            <ac:spMk id="1641" creationId="{EC2A6E4F-BF15-238B-855C-EFEF9284D163}"/>
          </ac:spMkLst>
        </pc:spChg>
        <pc:spChg chg="mod">
          <ac:chgData name="Ngueguim, Olivia" userId="S::o0ngue01@louisville.edu::40de9456-beed-4193-bf3c-e4c553629d4b" providerId="AD" clId="Web-{7921CD25-5A32-052B-0061-B694F2E0E884}" dt="2026-02-10T04:22:05.705" v="644" actId="14100"/>
          <ac:spMkLst>
            <pc:docMk/>
            <pc:sldMk cId="3983177872" sldId="314"/>
            <ac:spMk id="1642" creationId="{E48C9FBF-528C-75B4-44D6-3B7FED2D9D36}"/>
          </ac:spMkLst>
        </pc:spChg>
        <pc:cxnChg chg="mod">
          <ac:chgData name="Ngueguim, Olivia" userId="S::o0ngue01@louisville.edu::40de9456-beed-4193-bf3c-e4c553629d4b" providerId="AD" clId="Web-{7921CD25-5A32-052B-0061-B694F2E0E884}" dt="2026-02-10T04:13:38.296" v="575" actId="14100"/>
          <ac:cxnSpMkLst>
            <pc:docMk/>
            <pc:sldMk cId="3983177872" sldId="314"/>
            <ac:cxnSpMk id="1643" creationId="{A6DD375F-8452-CC54-CAFE-39B5BB6EC145}"/>
          </ac:cxnSpMkLst>
        </pc:cxnChg>
        <pc:cxnChg chg="mod">
          <ac:chgData name="Ngueguim, Olivia" userId="S::o0ngue01@louisville.edu::40de9456-beed-4193-bf3c-e4c553629d4b" providerId="AD" clId="Web-{7921CD25-5A32-052B-0061-B694F2E0E884}" dt="2026-02-10T04:22:05.705" v="644" actId="14100"/>
          <ac:cxnSpMkLst>
            <pc:docMk/>
            <pc:sldMk cId="3983177872" sldId="314"/>
            <ac:cxnSpMk id="1644" creationId="{22F875CE-C8C5-63D5-D8DF-99ACC982AE60}"/>
          </ac:cxnSpMkLst>
        </pc:cxnChg>
        <pc:cxnChg chg="mod">
          <ac:chgData name="Ngueguim, Olivia" userId="S::o0ngue01@louisville.edu::40de9456-beed-4193-bf3c-e4c553629d4b" providerId="AD" clId="Web-{7921CD25-5A32-052B-0061-B694F2E0E884}" dt="2026-02-10T04:21:27.485" v="640" actId="14100"/>
          <ac:cxnSpMkLst>
            <pc:docMk/>
            <pc:sldMk cId="3983177872" sldId="314"/>
            <ac:cxnSpMk id="1645" creationId="{FCB82DE8-E9CF-5DB7-C51F-A1E385FA2C80}"/>
          </ac:cxnSpMkLst>
        </pc:cxnChg>
      </pc:sldChg>
      <pc:sldChg chg="addSp delSp modSp add del replId">
        <pc:chgData name="Ngueguim, Olivia" userId="S::o0ngue01@louisville.edu::40de9456-beed-4193-bf3c-e4c553629d4b" providerId="AD" clId="Web-{7921CD25-5A32-052B-0061-B694F2E0E884}" dt="2026-02-10T05:16:40.157" v="884"/>
        <pc:sldMkLst>
          <pc:docMk/>
          <pc:sldMk cId="2774909614" sldId="315"/>
        </pc:sldMkLst>
        <pc:spChg chg="mod">
          <ac:chgData name="Ngueguim, Olivia" userId="S::o0ngue01@louisville.edu::40de9456-beed-4193-bf3c-e4c553629d4b" providerId="AD" clId="Web-{7921CD25-5A32-052B-0061-B694F2E0E884}" dt="2026-02-10T05:09:27.640" v="845" actId="14100"/>
          <ac:spMkLst>
            <pc:docMk/>
            <pc:sldMk cId="2774909614" sldId="315"/>
            <ac:spMk id="1009" creationId="{FE7B9FD2-BEF8-1379-A467-7193E9FB27A9}"/>
          </ac:spMkLst>
        </pc:spChg>
        <pc:picChg chg="del">
          <ac:chgData name="Ngueguim, Olivia" userId="S::o0ngue01@louisville.edu::40de9456-beed-4193-bf3c-e4c553629d4b" providerId="AD" clId="Web-{7921CD25-5A32-052B-0061-B694F2E0E884}" dt="2026-02-10T04:48:02.831" v="780"/>
          <ac:picMkLst>
            <pc:docMk/>
            <pc:sldMk cId="2774909614" sldId="315"/>
            <ac:picMk id="2" creationId="{74F74291-65C3-F958-9062-5B4E01E7D61B}"/>
          </ac:picMkLst>
        </pc:picChg>
        <pc:picChg chg="add del mod">
          <ac:chgData name="Ngueguim, Olivia" userId="S::o0ngue01@louisville.edu::40de9456-beed-4193-bf3c-e4c553629d4b" providerId="AD" clId="Web-{7921CD25-5A32-052B-0061-B694F2E0E884}" dt="2026-02-10T05:15:45.485" v="879"/>
          <ac:picMkLst>
            <pc:docMk/>
            <pc:sldMk cId="2774909614" sldId="315"/>
            <ac:picMk id="3" creationId="{6B1E632E-21EE-E4BA-B1E8-53EE905B0265}"/>
          </ac:picMkLst>
        </pc:picChg>
        <pc:picChg chg="add del mod">
          <ac:chgData name="Ngueguim, Olivia" userId="S::o0ngue01@louisville.edu::40de9456-beed-4193-bf3c-e4c553629d4b" providerId="AD" clId="Web-{7921CD25-5A32-052B-0061-B694F2E0E884}" dt="2026-02-10T04:50:56.066" v="792"/>
          <ac:picMkLst>
            <pc:docMk/>
            <pc:sldMk cId="2774909614" sldId="315"/>
            <ac:picMk id="4" creationId="{B14D0A21-44A3-251A-5FB9-4A879FCC2D53}"/>
          </ac:picMkLst>
        </pc:picChg>
      </pc:sldChg>
      <pc:sldChg chg="modSp add del replId">
        <pc:chgData name="Ngueguim, Olivia" userId="S::o0ngue01@louisville.edu::40de9456-beed-4193-bf3c-e4c553629d4b" providerId="AD" clId="Web-{7921CD25-5A32-052B-0061-B694F2E0E884}" dt="2026-02-10T05:13:21.499" v="866"/>
        <pc:sldMkLst>
          <pc:docMk/>
          <pc:sldMk cId="184323107" sldId="316"/>
        </pc:sldMkLst>
        <pc:spChg chg="mod">
          <ac:chgData name="Ngueguim, Olivia" userId="S::o0ngue01@louisville.edu::40de9456-beed-4193-bf3c-e4c553629d4b" providerId="AD" clId="Web-{7921CD25-5A32-052B-0061-B694F2E0E884}" dt="2026-02-10T05:12:42.499" v="862"/>
          <ac:spMkLst>
            <pc:docMk/>
            <pc:sldMk cId="184323107" sldId="316"/>
            <ac:spMk id="1056" creationId="{52106B67-E6E3-FA2A-6801-E2C139018F2C}"/>
          </ac:spMkLst>
        </pc:spChg>
        <pc:spChg chg="mod">
          <ac:chgData name="Ngueguim, Olivia" userId="S::o0ngue01@louisville.edu::40de9456-beed-4193-bf3c-e4c553629d4b" providerId="AD" clId="Web-{7921CD25-5A32-052B-0061-B694F2E0E884}" dt="2026-02-10T04:55:25.270" v="799" actId="20577"/>
          <ac:spMkLst>
            <pc:docMk/>
            <pc:sldMk cId="184323107" sldId="316"/>
            <ac:spMk id="1057" creationId="{BA1F068B-0C44-5122-C66A-5C489F475893}"/>
          </ac:spMkLst>
        </pc:spChg>
      </pc:sldChg>
      <pc:sldChg chg="addSp delSp modSp add ord replId">
        <pc:chgData name="Ngueguim, Olivia" userId="S::o0ngue01@louisville.edu::40de9456-beed-4193-bf3c-e4c553629d4b" providerId="AD" clId="Web-{7921CD25-5A32-052B-0061-B694F2E0E884}" dt="2026-02-10T05:38:50.260" v="924"/>
        <pc:sldMkLst>
          <pc:docMk/>
          <pc:sldMk cId="859343960" sldId="316"/>
        </pc:sldMkLst>
        <pc:spChg chg="mod">
          <ac:chgData name="Ngueguim, Olivia" userId="S::o0ngue01@louisville.edu::40de9456-beed-4193-bf3c-e4c553629d4b" providerId="AD" clId="Web-{7921CD25-5A32-052B-0061-B694F2E0E884}" dt="2026-02-10T05:38:25.119" v="921" actId="14100"/>
          <ac:spMkLst>
            <pc:docMk/>
            <pc:sldMk cId="859343960" sldId="316"/>
            <ac:spMk id="1009" creationId="{358D3527-9849-F1C8-BC37-EDE0EFB114FC}"/>
          </ac:spMkLst>
        </pc:spChg>
        <pc:picChg chg="del">
          <ac:chgData name="Ngueguim, Olivia" userId="S::o0ngue01@louisville.edu::40de9456-beed-4193-bf3c-e4c553629d4b" providerId="AD" clId="Web-{7921CD25-5A32-052B-0061-B694F2E0E884}" dt="2026-02-10T05:15:57.344" v="880"/>
          <ac:picMkLst>
            <pc:docMk/>
            <pc:sldMk cId="859343960" sldId="316"/>
            <ac:picMk id="2" creationId="{570238AC-DC6D-39BC-E6DB-0FD3518F7E11}"/>
          </ac:picMkLst>
        </pc:picChg>
        <pc:picChg chg="add mod">
          <ac:chgData name="Ngueguim, Olivia" userId="S::o0ngue01@louisville.edu::40de9456-beed-4193-bf3c-e4c553629d4b" providerId="AD" clId="Web-{7921CD25-5A32-052B-0061-B694F2E0E884}" dt="2026-02-10T05:16:11.360" v="882" actId="1076"/>
          <ac:picMkLst>
            <pc:docMk/>
            <pc:sldMk cId="859343960" sldId="316"/>
            <ac:picMk id="3" creationId="{70F8F58F-0373-E3EF-30A4-CC0441476B97}"/>
          </ac:picMkLst>
        </pc:picChg>
      </pc:sldChg>
      <pc:sldChg chg="addSp delSp modSp add replId">
        <pc:chgData name="Ngueguim, Olivia" userId="S::o0ngue01@louisville.edu::40de9456-beed-4193-bf3c-e4c553629d4b" providerId="AD" clId="Web-{7921CD25-5A32-052B-0061-B694F2E0E884}" dt="2026-02-10T05:38:57.198" v="926" actId="20577"/>
        <pc:sldMkLst>
          <pc:docMk/>
          <pc:sldMk cId="1916543358" sldId="317"/>
        </pc:sldMkLst>
        <pc:spChg chg="mod">
          <ac:chgData name="Ngueguim, Olivia" userId="S::o0ngue01@louisville.edu::40de9456-beed-4193-bf3c-e4c553629d4b" providerId="AD" clId="Web-{7921CD25-5A32-052B-0061-B694F2E0E884}" dt="2026-02-10T05:38:57.198" v="926" actId="20577"/>
          <ac:spMkLst>
            <pc:docMk/>
            <pc:sldMk cId="1916543358" sldId="317"/>
            <ac:spMk id="1009" creationId="{A51713A9-9B10-7E12-C9CA-F07BAD4C4D9B}"/>
          </ac:spMkLst>
        </pc:spChg>
        <pc:picChg chg="add mod">
          <ac:chgData name="Ngueguim, Olivia" userId="S::o0ngue01@louisville.edu::40de9456-beed-4193-bf3c-e4c553629d4b" providerId="AD" clId="Web-{7921CD25-5A32-052B-0061-B694F2E0E884}" dt="2026-02-10T05:17:47.784" v="887" actId="1076"/>
          <ac:picMkLst>
            <pc:docMk/>
            <pc:sldMk cId="1916543358" sldId="317"/>
            <ac:picMk id="2" creationId="{4CAC47B0-4BF1-A83F-0984-9B8A514B3B52}"/>
          </ac:picMkLst>
        </pc:picChg>
        <pc:picChg chg="del">
          <ac:chgData name="Ngueguim, Olivia" userId="S::o0ngue01@louisville.edu::40de9456-beed-4193-bf3c-e4c553629d4b" providerId="AD" clId="Web-{7921CD25-5A32-052B-0061-B694F2E0E884}" dt="2026-02-10T05:17:34.924" v="885"/>
          <ac:picMkLst>
            <pc:docMk/>
            <pc:sldMk cId="1916543358" sldId="317"/>
            <ac:picMk id="3" creationId="{E6E36D50-D5EA-C677-7051-14725F3E0C5A}"/>
          </ac:picMkLst>
        </pc:picChg>
      </pc:sldChg>
      <pc:sldChg chg="delSp modSp add replId">
        <pc:chgData name="Ngueguim, Olivia" userId="S::o0ngue01@louisville.edu::40de9456-beed-4193-bf3c-e4c553629d4b" providerId="AD" clId="Web-{7921CD25-5A32-052B-0061-B694F2E0E884}" dt="2026-02-10T05:44:49.631" v="1018" actId="1076"/>
        <pc:sldMkLst>
          <pc:docMk/>
          <pc:sldMk cId="1002445329" sldId="318"/>
        </pc:sldMkLst>
        <pc:spChg chg="mod">
          <ac:chgData name="Ngueguim, Olivia" userId="S::o0ngue01@louisville.edu::40de9456-beed-4193-bf3c-e4c553629d4b" providerId="AD" clId="Web-{7921CD25-5A32-052B-0061-B694F2E0E884}" dt="2026-02-10T05:34:15.531" v="913" actId="1076"/>
          <ac:spMkLst>
            <pc:docMk/>
            <pc:sldMk cId="1002445329" sldId="318"/>
            <ac:spMk id="1166" creationId="{60FA215F-1261-418D-F102-5FD1A1FD776D}"/>
          </ac:spMkLst>
        </pc:spChg>
        <pc:spChg chg="mod">
          <ac:chgData name="Ngueguim, Olivia" userId="S::o0ngue01@louisville.edu::40de9456-beed-4193-bf3c-e4c553629d4b" providerId="AD" clId="Web-{7921CD25-5A32-052B-0061-B694F2E0E884}" dt="2026-02-10T05:32:35.076" v="897" actId="20577"/>
          <ac:spMkLst>
            <pc:docMk/>
            <pc:sldMk cId="1002445329" sldId="318"/>
            <ac:spMk id="1167" creationId="{0911AE4B-7DB1-C6B3-DE1A-361E4A4552D8}"/>
          </ac:spMkLst>
        </pc:spChg>
        <pc:spChg chg="mod">
          <ac:chgData name="Ngueguim, Olivia" userId="S::o0ngue01@louisville.edu::40de9456-beed-4193-bf3c-e4c553629d4b" providerId="AD" clId="Web-{7921CD25-5A32-052B-0061-B694F2E0E884}" dt="2026-02-10T05:33:07.640" v="900" actId="20577"/>
          <ac:spMkLst>
            <pc:docMk/>
            <pc:sldMk cId="1002445329" sldId="318"/>
            <ac:spMk id="1168" creationId="{15058019-3A1F-CD69-2E59-CBCF34018054}"/>
          </ac:spMkLst>
        </pc:spChg>
        <pc:spChg chg="mod">
          <ac:chgData name="Ngueguim, Olivia" userId="S::o0ngue01@louisville.edu::40de9456-beed-4193-bf3c-e4c553629d4b" providerId="AD" clId="Web-{7921CD25-5A32-052B-0061-B694F2E0E884}" dt="2026-02-10T05:42:22.943" v="1010" actId="1076"/>
          <ac:spMkLst>
            <pc:docMk/>
            <pc:sldMk cId="1002445329" sldId="318"/>
            <ac:spMk id="1169" creationId="{7DB2B685-58EF-884C-547D-4471438442DD}"/>
          </ac:spMkLst>
        </pc:spChg>
        <pc:spChg chg="mod">
          <ac:chgData name="Ngueguim, Olivia" userId="S::o0ngue01@louisville.edu::40de9456-beed-4193-bf3c-e4c553629d4b" providerId="AD" clId="Web-{7921CD25-5A32-052B-0061-B694F2E0E884}" dt="2026-02-10T05:44:49.631" v="1018" actId="1076"/>
          <ac:spMkLst>
            <pc:docMk/>
            <pc:sldMk cId="1002445329" sldId="318"/>
            <ac:spMk id="1170" creationId="{0037F8B2-75E0-60B0-E1C0-8A4752A03F07}"/>
          </ac:spMkLst>
        </pc:spChg>
        <pc:spChg chg="mod">
          <ac:chgData name="Ngueguim, Olivia" userId="S::o0ngue01@louisville.edu::40de9456-beed-4193-bf3c-e4c553629d4b" providerId="AD" clId="Web-{7921CD25-5A32-052B-0061-B694F2E0E884}" dt="2026-02-10T05:33:07.718" v="902" actId="20577"/>
          <ac:spMkLst>
            <pc:docMk/>
            <pc:sldMk cId="1002445329" sldId="318"/>
            <ac:spMk id="1171" creationId="{D15C52AD-2457-FCE7-D3CA-7CC2D97A6411}"/>
          </ac:spMkLst>
        </pc:spChg>
        <pc:picChg chg="del">
          <ac:chgData name="Ngueguim, Olivia" userId="S::o0ngue01@louisville.edu::40de9456-beed-4193-bf3c-e4c553629d4b" providerId="AD" clId="Web-{7921CD25-5A32-052B-0061-B694F2E0E884}" dt="2026-02-10T05:32:27.357" v="893"/>
          <ac:picMkLst>
            <pc:docMk/>
            <pc:sldMk cId="1002445329" sldId="318"/>
            <ac:picMk id="23" creationId="{BDFA94D2-02BE-C1D4-A9FE-08A5EE61B491}"/>
          </ac:picMkLst>
        </pc:picChg>
        <pc:picChg chg="del">
          <ac:chgData name="Ngueguim, Olivia" userId="S::o0ngue01@louisville.edu::40de9456-beed-4193-bf3c-e4c553629d4b" providerId="AD" clId="Web-{7921CD25-5A32-052B-0061-B694F2E0E884}" dt="2026-02-10T05:33:07.562" v="898"/>
          <ac:picMkLst>
            <pc:docMk/>
            <pc:sldMk cId="1002445329" sldId="318"/>
            <ac:picMk id="26" creationId="{570573A2-C9E1-FCA6-56C2-AB00791DE691}"/>
          </ac:picMkLst>
        </pc:picChg>
        <pc:picChg chg="del">
          <ac:chgData name="Ngueguim, Olivia" userId="S::o0ngue01@louisville.edu::40de9456-beed-4193-bf3c-e4c553629d4b" providerId="AD" clId="Web-{7921CD25-5A32-052B-0061-B694F2E0E884}" dt="2026-02-10T05:33:07.687" v="901"/>
          <ac:picMkLst>
            <pc:docMk/>
            <pc:sldMk cId="1002445329" sldId="318"/>
            <ac:picMk id="28" creationId="{F2387705-1BD6-ED18-1025-30B9B3B13B37}"/>
          </ac:picMkLst>
        </pc:picChg>
      </pc:sldChg>
      <pc:sldChg chg="addSp delSp modSp add replId">
        <pc:chgData name="Ngueguim, Olivia" userId="S::o0ngue01@louisville.edu::40de9456-beed-4193-bf3c-e4c553629d4b" providerId="AD" clId="Web-{7921CD25-5A32-052B-0061-B694F2E0E884}" dt="2026-02-10T05:40:59.693" v="1002"/>
        <pc:sldMkLst>
          <pc:docMk/>
          <pc:sldMk cId="1463891186" sldId="319"/>
        </pc:sldMkLst>
        <pc:spChg chg="mod">
          <ac:chgData name="Ngueguim, Olivia" userId="S::o0ngue01@louisville.edu::40de9456-beed-4193-bf3c-e4c553629d4b" providerId="AD" clId="Web-{7921CD25-5A32-052B-0061-B694F2E0E884}" dt="2026-02-10T05:40:14.175" v="930" actId="20577"/>
          <ac:spMkLst>
            <pc:docMk/>
            <pc:sldMk cId="1463891186" sldId="319"/>
            <ac:spMk id="1009" creationId="{43FFCED6-0C02-A8A4-3063-7F6B89613F6C}"/>
          </ac:spMkLst>
        </pc:spChg>
        <pc:graphicFrameChg chg="add mod modGraphic">
          <ac:chgData name="Ngueguim, Olivia" userId="S::o0ngue01@louisville.edu::40de9456-beed-4193-bf3c-e4c553629d4b" providerId="AD" clId="Web-{7921CD25-5A32-052B-0061-B694F2E0E884}" dt="2026-02-10T05:40:59.693" v="1002"/>
          <ac:graphicFrameMkLst>
            <pc:docMk/>
            <pc:sldMk cId="1463891186" sldId="319"/>
            <ac:graphicFrameMk id="4" creationId="{09F30075-F990-51AA-88B9-F8D31F2BA654}"/>
          </ac:graphicFrameMkLst>
        </pc:graphicFrameChg>
        <pc:picChg chg="del">
          <ac:chgData name="Ngueguim, Olivia" userId="S::o0ngue01@louisville.edu::40de9456-beed-4193-bf3c-e4c553629d4b" providerId="AD" clId="Web-{7921CD25-5A32-052B-0061-B694F2E0E884}" dt="2026-02-10T05:40:17.722" v="931"/>
          <ac:picMkLst>
            <pc:docMk/>
            <pc:sldMk cId="1463891186" sldId="319"/>
            <ac:picMk id="2" creationId="{8C4B1C9C-3060-D8F9-C7D8-2AAA4571D3C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13ce2af5b7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13ce2af5b7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13ce2af5b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3ce2af5b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a:extLst>
            <a:ext uri="{FF2B5EF4-FFF2-40B4-BE49-F238E27FC236}">
              <a16:creationId xmlns:a16="http://schemas.microsoft.com/office/drawing/2014/main" id="{C99B498D-1142-0A9B-1F1D-086B88158BAF}"/>
            </a:ext>
          </a:extLst>
        </p:cNvPr>
        <p:cNvGrpSpPr/>
        <p:nvPr/>
      </p:nvGrpSpPr>
      <p:grpSpPr>
        <a:xfrm>
          <a:off x="0" y="0"/>
          <a:ext cx="0" cy="0"/>
          <a:chOff x="0" y="0"/>
          <a:chExt cx="0" cy="0"/>
        </a:xfrm>
      </p:grpSpPr>
      <p:sp>
        <p:nvSpPr>
          <p:cNvPr id="1626" name="Google Shape;1626;g28cc7b96639_0_25:notes">
            <a:extLst>
              <a:ext uri="{FF2B5EF4-FFF2-40B4-BE49-F238E27FC236}">
                <a16:creationId xmlns:a16="http://schemas.microsoft.com/office/drawing/2014/main" id="{4966E1C2-F0C6-ADD4-9A34-F263697319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28cc7b96639_0_25:notes">
            <a:extLst>
              <a:ext uri="{FF2B5EF4-FFF2-40B4-BE49-F238E27FC236}">
                <a16:creationId xmlns:a16="http://schemas.microsoft.com/office/drawing/2014/main" id="{A9B42C86-AD1D-1C6C-C8E1-D4B34DA67B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0647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1e91eb690e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e91eb690e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a:extLst>
            <a:ext uri="{FF2B5EF4-FFF2-40B4-BE49-F238E27FC236}">
              <a16:creationId xmlns:a16="http://schemas.microsoft.com/office/drawing/2014/main" id="{5F63E434-F57C-D322-BD29-66C7CDB3A205}"/>
            </a:ext>
          </a:extLst>
        </p:cNvPr>
        <p:cNvGrpSpPr/>
        <p:nvPr/>
      </p:nvGrpSpPr>
      <p:grpSpPr>
        <a:xfrm>
          <a:off x="0" y="0"/>
          <a:ext cx="0" cy="0"/>
          <a:chOff x="0" y="0"/>
          <a:chExt cx="0" cy="0"/>
        </a:xfrm>
      </p:grpSpPr>
      <p:sp>
        <p:nvSpPr>
          <p:cNvPr id="1006" name="Google Shape;1006;g1e91eb690e5_0_7:notes">
            <a:extLst>
              <a:ext uri="{FF2B5EF4-FFF2-40B4-BE49-F238E27FC236}">
                <a16:creationId xmlns:a16="http://schemas.microsoft.com/office/drawing/2014/main" id="{1AFF6FBE-5DA0-5583-F091-00D1A96076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e91eb690e5_0_7:notes">
            <a:extLst>
              <a:ext uri="{FF2B5EF4-FFF2-40B4-BE49-F238E27FC236}">
                <a16:creationId xmlns:a16="http://schemas.microsoft.com/office/drawing/2014/main" id="{1050E5C2-7FF8-F981-B65E-794F5D6494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4589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a:extLst>
            <a:ext uri="{FF2B5EF4-FFF2-40B4-BE49-F238E27FC236}">
              <a16:creationId xmlns:a16="http://schemas.microsoft.com/office/drawing/2014/main" id="{7CA418D2-D432-3706-948F-060FC46D236D}"/>
            </a:ext>
          </a:extLst>
        </p:cNvPr>
        <p:cNvGrpSpPr/>
        <p:nvPr/>
      </p:nvGrpSpPr>
      <p:grpSpPr>
        <a:xfrm>
          <a:off x="0" y="0"/>
          <a:ext cx="0" cy="0"/>
          <a:chOff x="0" y="0"/>
          <a:chExt cx="0" cy="0"/>
        </a:xfrm>
      </p:grpSpPr>
      <p:sp>
        <p:nvSpPr>
          <p:cNvPr id="1006" name="Google Shape;1006;g1e91eb690e5_0_7:notes">
            <a:extLst>
              <a:ext uri="{FF2B5EF4-FFF2-40B4-BE49-F238E27FC236}">
                <a16:creationId xmlns:a16="http://schemas.microsoft.com/office/drawing/2014/main" id="{412828E5-889B-7D70-F4F4-986BE7992E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e91eb690e5_0_7:notes">
            <a:extLst>
              <a:ext uri="{FF2B5EF4-FFF2-40B4-BE49-F238E27FC236}">
                <a16:creationId xmlns:a16="http://schemas.microsoft.com/office/drawing/2014/main" id="{947514DC-C342-992C-5F8F-9D7A24C1F1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9689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a:extLst>
            <a:ext uri="{FF2B5EF4-FFF2-40B4-BE49-F238E27FC236}">
              <a16:creationId xmlns:a16="http://schemas.microsoft.com/office/drawing/2014/main" id="{36DDF4CC-7227-5A77-B7B9-41EF962AEA58}"/>
            </a:ext>
          </a:extLst>
        </p:cNvPr>
        <p:cNvGrpSpPr/>
        <p:nvPr/>
      </p:nvGrpSpPr>
      <p:grpSpPr>
        <a:xfrm>
          <a:off x="0" y="0"/>
          <a:ext cx="0" cy="0"/>
          <a:chOff x="0" y="0"/>
          <a:chExt cx="0" cy="0"/>
        </a:xfrm>
      </p:grpSpPr>
      <p:sp>
        <p:nvSpPr>
          <p:cNvPr id="1006" name="Google Shape;1006;g1e91eb690e5_0_7:notes">
            <a:extLst>
              <a:ext uri="{FF2B5EF4-FFF2-40B4-BE49-F238E27FC236}">
                <a16:creationId xmlns:a16="http://schemas.microsoft.com/office/drawing/2014/main" id="{5F41308A-4651-BB14-6858-29AB68D8FE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e91eb690e5_0_7:notes">
            <a:extLst>
              <a:ext uri="{FF2B5EF4-FFF2-40B4-BE49-F238E27FC236}">
                <a16:creationId xmlns:a16="http://schemas.microsoft.com/office/drawing/2014/main" id="{1F591CB4-9B3D-2D06-E592-651AB6E76D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2184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a:extLst>
            <a:ext uri="{FF2B5EF4-FFF2-40B4-BE49-F238E27FC236}">
              <a16:creationId xmlns:a16="http://schemas.microsoft.com/office/drawing/2014/main" id="{3F800C7F-4F61-ED43-0BA0-5DF594D8537D}"/>
            </a:ext>
          </a:extLst>
        </p:cNvPr>
        <p:cNvGrpSpPr/>
        <p:nvPr/>
      </p:nvGrpSpPr>
      <p:grpSpPr>
        <a:xfrm>
          <a:off x="0" y="0"/>
          <a:ext cx="0" cy="0"/>
          <a:chOff x="0" y="0"/>
          <a:chExt cx="0" cy="0"/>
        </a:xfrm>
      </p:grpSpPr>
      <p:sp>
        <p:nvSpPr>
          <p:cNvPr id="1163" name="Google Shape;1163;g1e932d62275_0_128:notes">
            <a:extLst>
              <a:ext uri="{FF2B5EF4-FFF2-40B4-BE49-F238E27FC236}">
                <a16:creationId xmlns:a16="http://schemas.microsoft.com/office/drawing/2014/main" id="{1EFD7F3C-4C56-BD46-0840-FB00E9EC4D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1e932d62275_0_128:notes">
            <a:extLst>
              <a:ext uri="{FF2B5EF4-FFF2-40B4-BE49-F238E27FC236}">
                <a16:creationId xmlns:a16="http://schemas.microsoft.com/office/drawing/2014/main" id="{13F83A62-FE7E-4A2C-2D39-AFC543A092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2331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e91eb690e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1e92f4e007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1e92f4e007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8cc7b966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8cc7b966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We performed a cross-validated grid search using Stratified 5-Fold Cross-Validation to maintain class balance in each fold within the training data only, ensuring that the test set remained a true holdout. This method allowed us to find the optimal combination of hyperparameters without overfitting.</a:t>
            </a: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1e9418e3c3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7" name="Google Shape;1397;g1e9418e3c3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ROC AUC </a:t>
            </a:r>
            <a:r>
              <a:rPr lang="en-US"/>
              <a:t>measures how well a binary classification model separates two classes (e.g., "Yes" vs. "No") across all possible probability thresholds</a:t>
            </a:r>
            <a:r>
              <a:rPr lang="en-US" sz="1100" b="0" i="0" u="none" strike="noStrike" cap="none">
                <a:solidFill>
                  <a:srgbClr val="000000"/>
                </a:solidFill>
                <a:effectLst/>
                <a:latin typeface="Arial"/>
                <a:ea typeface="Aria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The ROC-AUC was chosen as the primary evaluation metric due to its ability to measure classification accuracy. By analyzing the area under the curve, we can evaluate the model's performance across the full range of probability thresholds for both churn and non-churn classes.</a:t>
            </a:r>
          </a:p>
          <a:p>
            <a:pPr marL="0" lvl="0" indent="0" algn="l" rtl="0">
              <a:spcBef>
                <a:spcPts val="0"/>
              </a:spcBef>
              <a:spcAft>
                <a:spcPts val="0"/>
              </a:spcAft>
              <a:buNone/>
            </a:pPr>
            <a:endParaRPr lang="en-US"/>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By analyzing the area under the curve, we can evaluate the model's performance across the full range of probability thresholds for both churn and non-churn classes.</a:t>
            </a:r>
          </a:p>
          <a:p>
            <a:pPr marL="0" lvl="0" indent="0" algn="l" rtl="0">
              <a:spcBef>
                <a:spcPts val="0"/>
              </a:spcBef>
              <a:spcAft>
                <a:spcPts val="0"/>
              </a:spcAft>
              <a:buNone/>
            </a:pP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6"/>
        <p:cNvGrpSpPr/>
        <p:nvPr/>
      </p:nvGrpSpPr>
      <p:grpSpPr>
        <a:xfrm>
          <a:off x="0" y="0"/>
          <a:ext cx="0" cy="0"/>
          <a:chOff x="0" y="0"/>
          <a:chExt cx="0" cy="0"/>
        </a:xfrm>
      </p:grpSpPr>
      <p:sp>
        <p:nvSpPr>
          <p:cNvPr id="1417" name="Google Shape;1417;g1e9418e3c38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8" name="Google Shape;1418;g1e9418e3c38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To deepen our understanding of the model, we compared the top features identified by </a:t>
            </a:r>
            <a:r>
              <a:rPr lang="en-US" sz="1100" b="0" i="0" u="none" strike="noStrike" cap="none" err="1">
                <a:solidFill>
                  <a:srgbClr val="000000"/>
                </a:solidFill>
                <a:effectLst/>
                <a:latin typeface="Arial"/>
                <a:ea typeface="Arial"/>
                <a:cs typeface="Arial"/>
                <a:sym typeface="Arial"/>
              </a:rPr>
              <a:t>XGBoost</a:t>
            </a:r>
            <a:r>
              <a:rPr lang="en-US" sz="1100" b="0" i="0" u="none" strike="noStrike" cap="none">
                <a:solidFill>
                  <a:srgbClr val="000000"/>
                </a:solidFill>
                <a:effectLst/>
                <a:latin typeface="Arial"/>
                <a:ea typeface="Arial"/>
                <a:cs typeface="Arial"/>
                <a:sym typeface="Arial"/>
              </a:rPr>
              <a:t> Gain Importance with those highlighted by SHAP values.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Higher gain means a feature is more critical for reducing prediction errors across all trees.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While Gain Importance measures how much each feature improves the model during tree construction, SHAP values quantify each feature’s contribution to individual predictions. Together, these methods provide a more complete view of which variables consistently influence the model and how they shape prediction outcomes.</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XGBOOST feature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1e9418e3c3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8" name="Google Shape;1408;g1e9418e3c3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 SHAP values quantify each feature’s contribution to individual predictions. Together, these methods provide a more complete view of which variables consistently influence the model and how they shape prediction outcomes.</a:t>
            </a:r>
          </a:p>
          <a:p>
            <a:pPr marL="0" lvl="0" indent="0" algn="l" rtl="0">
              <a:spcBef>
                <a:spcPts val="0"/>
              </a:spcBef>
              <a:spcAft>
                <a:spcPts val="0"/>
              </a:spcAft>
              <a:buNone/>
            </a:pPr>
            <a:endParaRPr lang="en-US"/>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1e932d62275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1e932d62275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a:solidFill>
                  <a:srgbClr val="000000"/>
                </a:solidFill>
                <a:effectLst/>
                <a:latin typeface="Arial"/>
                <a:ea typeface="Arial"/>
                <a:cs typeface="Arial"/>
                <a:sym typeface="Arial"/>
              </a:rPr>
              <a:t>Across both methods, several features emerge as consistently influential, indicating strong and stable predictive power. Below is a summary of the top SHAP features and how they align with the gain‑based feature importance.</a:t>
            </a:r>
          </a:p>
          <a:p>
            <a:pPr marL="0" lvl="0" indent="0" algn="l" rtl="0">
              <a:spcBef>
                <a:spcPts val="0"/>
              </a:spcBef>
              <a:spcAft>
                <a:spcPts val="0"/>
              </a:spcAft>
              <a:buNone/>
            </a:pPr>
            <a:endParaRPr lang="en-US"/>
          </a:p>
          <a:p>
            <a:r>
              <a:rPr lang="en-US" sz="1100" b="1" i="0" u="none" strike="noStrike" cap="none">
                <a:solidFill>
                  <a:srgbClr val="000000"/>
                </a:solidFill>
                <a:effectLst/>
                <a:latin typeface="Arial"/>
                <a:ea typeface="Arial"/>
                <a:cs typeface="Arial"/>
                <a:sym typeface="Arial"/>
              </a:rPr>
              <a:t>Contract‑Related Features Are Dominant in Both Methods</a:t>
            </a:r>
            <a:endParaRPr lang="en-US" sz="1100" b="0" i="0" u="none" strike="noStrike" cap="none">
              <a:solidFill>
                <a:srgbClr val="000000"/>
              </a:solidFill>
              <a:effectLst/>
              <a:latin typeface="Arial"/>
              <a:ea typeface="Arial"/>
              <a:cs typeface="Arial"/>
              <a:sym typeface="Arial"/>
            </a:endParaRPr>
          </a:p>
          <a:p>
            <a:r>
              <a:rPr lang="en-US" sz="1100" b="0" i="0" u="none" strike="noStrike" cap="none">
                <a:solidFill>
                  <a:srgbClr val="000000"/>
                </a:solidFill>
                <a:effectLst/>
                <a:latin typeface="Arial"/>
                <a:ea typeface="Arial"/>
                <a:cs typeface="Arial"/>
                <a:sym typeface="Arial"/>
              </a:rPr>
              <a:t>Features tied to </a:t>
            </a:r>
            <a:r>
              <a:rPr lang="en-US" sz="1100" b="1" i="0" u="none" strike="noStrike" cap="none">
                <a:solidFill>
                  <a:srgbClr val="000000"/>
                </a:solidFill>
                <a:effectLst/>
                <a:latin typeface="Arial"/>
                <a:ea typeface="Arial"/>
                <a:cs typeface="Arial"/>
                <a:sym typeface="Arial"/>
              </a:rPr>
              <a:t>contract term</a:t>
            </a:r>
            <a:r>
              <a:rPr lang="en-US" sz="1100" b="0" i="0" u="none" strike="noStrike" cap="none">
                <a:solidFill>
                  <a:srgbClr val="000000"/>
                </a:solidFill>
                <a:effectLst/>
                <a:latin typeface="Arial"/>
                <a:ea typeface="Arial"/>
                <a:cs typeface="Arial"/>
                <a:sym typeface="Arial"/>
              </a:rPr>
              <a:t>—especially </a:t>
            </a:r>
            <a:r>
              <a:rPr lang="en-US" sz="1100" b="0" i="1" u="none" strike="noStrike" cap="none">
                <a:solidFill>
                  <a:srgbClr val="000000"/>
                </a:solidFill>
                <a:effectLst/>
                <a:latin typeface="Arial"/>
                <a:ea typeface="Arial"/>
                <a:cs typeface="Arial"/>
                <a:sym typeface="Arial"/>
              </a:rPr>
              <a:t>Month‑to‑Month</a:t>
            </a:r>
            <a:r>
              <a:rPr lang="en-US" sz="1100" b="0" i="0" u="none" strike="noStrike" cap="none">
                <a:solidFill>
                  <a:srgbClr val="000000"/>
                </a:solidFill>
                <a:effectLst/>
                <a:latin typeface="Arial"/>
                <a:ea typeface="Arial"/>
                <a:cs typeface="Arial"/>
                <a:sym typeface="Arial"/>
              </a:rPr>
              <a:t>—rank among the top predictors in both gain and SHAP analyses. This confirms that commitment level is one of the strongest drivers of customer behavior in the model.</a:t>
            </a:r>
          </a:p>
          <a:p>
            <a:r>
              <a:rPr lang="en-US" sz="1100" b="0" i="0" u="none" strike="noStrike" cap="none">
                <a:solidFill>
                  <a:srgbClr val="000000"/>
                </a:solidFill>
                <a:effectLst/>
                <a:latin typeface="Arial"/>
                <a:ea typeface="Arial"/>
                <a:cs typeface="Arial"/>
                <a:sym typeface="Arial"/>
              </a:rPr>
              <a:t> </a:t>
            </a:r>
          </a:p>
          <a:p>
            <a:r>
              <a:rPr lang="en-US" sz="1100" b="1" i="0" u="none" strike="noStrike" cap="none">
                <a:solidFill>
                  <a:srgbClr val="000000"/>
                </a:solidFill>
                <a:effectLst/>
                <a:latin typeface="Arial"/>
                <a:ea typeface="Arial"/>
                <a:cs typeface="Arial"/>
                <a:sym typeface="Arial"/>
              </a:rPr>
              <a:t>Service Engagement Features Appear in Both Rankings</a:t>
            </a:r>
            <a:endParaRPr lang="en-US" sz="1100" b="0" i="0" u="none" strike="noStrike" cap="none">
              <a:solidFill>
                <a:srgbClr val="000000"/>
              </a:solidFill>
              <a:effectLst/>
              <a:latin typeface="Arial"/>
              <a:ea typeface="Arial"/>
              <a:cs typeface="Arial"/>
              <a:sym typeface="Arial"/>
            </a:endParaRPr>
          </a:p>
          <a:p>
            <a:r>
              <a:rPr lang="en-US" sz="1100" b="0" i="0" u="none" strike="noStrike" cap="none">
                <a:solidFill>
                  <a:srgbClr val="000000"/>
                </a:solidFill>
                <a:effectLst/>
                <a:latin typeface="Arial"/>
                <a:ea typeface="Arial"/>
                <a:cs typeface="Arial"/>
                <a:sym typeface="Arial"/>
              </a:rPr>
              <a:t>Variables such as internet plan type, tech support, and add‑on security show high gain importance and also appear prominently in the SHAP plot. These features reflect how deeply customers are engaged with the service ecosystem, which strongly influences predicted outcomes.</a:t>
            </a:r>
          </a:p>
          <a:p>
            <a:r>
              <a:rPr lang="en-US" sz="1100" b="0" i="0" u="none" strike="noStrike" cap="none">
                <a:solidFill>
                  <a:srgbClr val="000000"/>
                </a:solidFill>
                <a:effectLst/>
                <a:latin typeface="Arial"/>
                <a:ea typeface="Arial"/>
                <a:cs typeface="Arial"/>
                <a:sym typeface="Arial"/>
              </a:rPr>
              <a:t> </a:t>
            </a:r>
          </a:p>
          <a:p>
            <a:r>
              <a:rPr lang="en-US" sz="1100" b="1" i="0" u="none" strike="noStrike" cap="none">
                <a:solidFill>
                  <a:srgbClr val="000000"/>
                </a:solidFill>
                <a:effectLst/>
                <a:latin typeface="Arial"/>
                <a:ea typeface="Arial"/>
                <a:cs typeface="Arial"/>
                <a:sym typeface="Arial"/>
              </a:rPr>
              <a:t>Demographic and Household Factors Matter Across Both Methods</a:t>
            </a:r>
            <a:endParaRPr lang="en-US" sz="1100" b="0" i="0" u="none" strike="noStrike" cap="none">
              <a:solidFill>
                <a:srgbClr val="000000"/>
              </a:solidFill>
              <a:effectLst/>
              <a:latin typeface="Arial"/>
              <a:ea typeface="Arial"/>
              <a:cs typeface="Arial"/>
              <a:sym typeface="Arial"/>
            </a:endParaRPr>
          </a:p>
          <a:p>
            <a:r>
              <a:rPr lang="en-US" sz="1100" b="0" i="0" u="none" strike="noStrike" cap="none">
                <a:solidFill>
                  <a:srgbClr val="000000"/>
                </a:solidFill>
                <a:effectLst/>
                <a:latin typeface="Arial"/>
                <a:ea typeface="Arial"/>
                <a:cs typeface="Arial"/>
                <a:sym typeface="Arial"/>
              </a:rPr>
              <a:t>Features related to dependents (both binary and numeric) appear in the top 10 gain importance list and also rank highly in SHAP values. This suggests that household structure plays a consistent role in shaping customer behavior.</a:t>
            </a: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g28cc7b9663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2" name="Google Shape;1562;g28cc7b966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Using these three key features—each representing a different behavioral dimension—we applied the K‑means clustering method to segment all customers in the dataset. After evaluating clustering performance and selecting a solution with relatively low inertia, we identified four distinct customer segments that reflect meaningful differences in commitment level, service engagement, and household characteristics.</a:t>
            </a:r>
          </a:p>
          <a:p>
            <a:pPr marL="0" lvl="0" indent="0" algn="l" rtl="0">
              <a:spcBef>
                <a:spcPts val="0"/>
              </a:spcBef>
              <a:spcAft>
                <a:spcPts val="0"/>
              </a:spcAft>
              <a:buNone/>
            </a:pPr>
            <a:endParaRPr lang="en-US"/>
          </a:p>
          <a:p>
            <a:pPr marL="0" lvl="0" indent="0" algn="l" rtl="0">
              <a:spcBef>
                <a:spcPts val="0"/>
              </a:spcBef>
              <a:spcAft>
                <a:spcPts val="0"/>
              </a:spcAft>
              <a:buNone/>
            </a:pPr>
            <a:r>
              <a:rPr lang="en-US"/>
              <a:t>K‑means clustering is a way for a computer to </a:t>
            </a:r>
            <a:r>
              <a:rPr lang="en-US" b="1">
                <a:effectLst/>
              </a:rPr>
              <a:t>group similar people together</a:t>
            </a:r>
            <a:r>
              <a:rPr lang="en-US"/>
              <a:t> based on their characteristics — even when we don’t tell it what the groups should be.</a:t>
            </a:r>
          </a:p>
          <a:p>
            <a:endParaRPr lang="en-US" sz="1100" b="1" i="0" u="none" strike="noStrike" cap="none">
              <a:solidFill>
                <a:srgbClr val="000000"/>
              </a:solidFill>
              <a:effectLst/>
              <a:latin typeface="Arial"/>
              <a:ea typeface="Arial"/>
              <a:cs typeface="Arial"/>
              <a:sym typeface="Arial"/>
            </a:endParaRPr>
          </a:p>
          <a:p>
            <a:endParaRPr lang="en-US" sz="1100" b="1" i="0" u="none" strike="noStrike" cap="none">
              <a:solidFill>
                <a:srgbClr val="000000"/>
              </a:solidFill>
              <a:effectLst/>
              <a:latin typeface="Arial"/>
              <a:ea typeface="Arial"/>
              <a:cs typeface="Arial"/>
              <a:sym typeface="Arial"/>
            </a:endParaRPr>
          </a:p>
          <a:p>
            <a:r>
              <a:rPr lang="en-US" sz="1100" b="1" i="0" u="none" strike="noStrike" cap="none">
                <a:solidFill>
                  <a:srgbClr val="000000"/>
                </a:solidFill>
                <a:effectLst/>
                <a:latin typeface="Arial"/>
                <a:ea typeface="Arial"/>
                <a:cs typeface="Arial"/>
                <a:sym typeface="Arial"/>
              </a:rPr>
              <a:t>Segment 1: Older Month‑to‑Month Customers With Low Engagement </a:t>
            </a:r>
          </a:p>
          <a:p>
            <a:r>
              <a:rPr lang="en-US" sz="1100" b="0" i="0" u="none" strike="noStrike" cap="none">
                <a:solidFill>
                  <a:srgbClr val="000000"/>
                </a:solidFill>
                <a:effectLst/>
                <a:latin typeface="Arial"/>
                <a:ea typeface="Arial"/>
                <a:cs typeface="Arial"/>
                <a:sym typeface="Arial"/>
              </a:rPr>
              <a:t>This segment represents older customers who overwhelmingly remain on month‑to‑month contracts and show very low engagement with support services. They account for 27.6% of all customers. Their average tenure is only 14 months, and only 18% use tech support, indicating weak attachment to the service. Additionally, only 21% have dependents, suggesting fewer household‑driven service needs.</a:t>
            </a:r>
          </a:p>
          <a:p>
            <a:endParaRPr lang="en-US" sz="1100" b="0" i="0" u="none" strike="noStrike" cap="none">
              <a:solidFill>
                <a:srgbClr val="000000"/>
              </a:solidFill>
              <a:effectLst/>
              <a:latin typeface="Arial"/>
              <a:ea typeface="Arial"/>
              <a:cs typeface="Arial"/>
              <a:sym typeface="Arial"/>
            </a:endParaRPr>
          </a:p>
          <a:p>
            <a:r>
              <a:rPr lang="en-US" sz="1100" b="1" i="0" u="none" strike="noStrike" cap="none">
                <a:solidFill>
                  <a:srgbClr val="000000"/>
                </a:solidFill>
                <a:effectLst/>
                <a:latin typeface="Arial"/>
                <a:ea typeface="Arial"/>
                <a:cs typeface="Arial"/>
                <a:sym typeface="Arial"/>
              </a:rPr>
              <a:t>Segment 2: Younger, Long‑Tenure, Highly Engaged Customers </a:t>
            </a:r>
          </a:p>
          <a:p>
            <a:r>
              <a:rPr lang="en-US" sz="1100" b="0" i="0" u="none" strike="noStrike" cap="none">
                <a:solidFill>
                  <a:srgbClr val="000000"/>
                </a:solidFill>
                <a:effectLst/>
                <a:latin typeface="Arial"/>
                <a:ea typeface="Arial"/>
                <a:cs typeface="Arial"/>
                <a:sym typeface="Arial"/>
              </a:rPr>
              <a:t>This segment represents younger customers who have been with the company for a long time and show strong engagement with support services. They make up 23.9% of all customers. Their average tenure is 56.6 months, and 43.5% use tech support — the highest among all segments. Additionally, 42% have dependents, indicating that household needs may drive service usage.</a:t>
            </a:r>
          </a:p>
          <a:p>
            <a:endParaRPr lang="en-US" sz="1100" b="0" i="0" u="none" strike="noStrike" cap="none">
              <a:solidFill>
                <a:srgbClr val="000000"/>
              </a:solidFill>
              <a:effectLst/>
              <a:latin typeface="Arial"/>
              <a:ea typeface="Arial"/>
              <a:cs typeface="Arial"/>
              <a:sym typeface="Arial"/>
            </a:endParaRPr>
          </a:p>
          <a:p>
            <a:r>
              <a:rPr lang="en-US" sz="1100" b="1" i="0" u="none" strike="noStrike" cap="none">
                <a:solidFill>
                  <a:srgbClr val="000000"/>
                </a:solidFill>
                <a:effectLst/>
                <a:latin typeface="Arial"/>
                <a:ea typeface="Arial"/>
                <a:cs typeface="Arial"/>
                <a:sym typeface="Arial"/>
              </a:rPr>
              <a:t>Segment 3: Young, New, Month‑to‑Month Customers With Low Engagement </a:t>
            </a:r>
          </a:p>
          <a:p>
            <a:r>
              <a:rPr lang="en-US" sz="1100" b="0" i="0" u="none" strike="noStrike" cap="none">
                <a:solidFill>
                  <a:srgbClr val="000000"/>
                </a:solidFill>
                <a:effectLst/>
                <a:latin typeface="Arial"/>
                <a:ea typeface="Arial"/>
                <a:cs typeface="Arial"/>
                <a:sym typeface="Arial"/>
              </a:rPr>
              <a:t>This segment represents young customers who are new to the service, have very short tenure, and are predominantly on month‑to‑month contracts. They account for 28.5% of all customers — the largest segment. Their average tenure is only 12 months, and tech support usage is low at 19%. Only 27% have dependents, suggesting fewer household‑driven service needs.</a:t>
            </a:r>
          </a:p>
          <a:p>
            <a:endParaRPr lang="en-US" sz="1100" b="0" i="0" u="none" strike="noStrike" cap="none">
              <a:solidFill>
                <a:srgbClr val="000000"/>
              </a:solidFill>
              <a:effectLst/>
              <a:latin typeface="Arial"/>
              <a:ea typeface="Arial"/>
              <a:cs typeface="Arial"/>
              <a:sym typeface="Arial"/>
            </a:endParaRPr>
          </a:p>
          <a:p>
            <a:r>
              <a:rPr lang="en-US" sz="1100" b="1" i="0" u="none" strike="noStrike" cap="none">
                <a:solidFill>
                  <a:srgbClr val="000000"/>
                </a:solidFill>
                <a:effectLst/>
                <a:latin typeface="Arial"/>
                <a:ea typeface="Arial"/>
                <a:cs typeface="Arial"/>
                <a:sym typeface="Arial"/>
              </a:rPr>
              <a:t>Segment 4: Older, Long‑Tenure, High‑Engagement Customers</a:t>
            </a:r>
          </a:p>
          <a:p>
            <a:r>
              <a:rPr lang="en-US" sz="1100" b="0" i="0" u="none" strike="noStrike" cap="none">
                <a:solidFill>
                  <a:srgbClr val="000000"/>
                </a:solidFill>
                <a:effectLst/>
                <a:latin typeface="Arial"/>
                <a:ea typeface="Arial"/>
                <a:cs typeface="Arial"/>
                <a:sym typeface="Arial"/>
              </a:rPr>
              <a:t>This segment represents older customers with long tenure, high engagement, and relatively low reliance on month‑to‑month contracts. They account for 20.0% of all customers. Their average tenure is 57.9 months, and 42% use tech support. Dependents are present in 31% of households, indicating moderate family‑driven service needs.</a:t>
            </a:r>
          </a:p>
          <a:p>
            <a:endParaRPr lang="en-US" sz="1100" b="0" i="0" u="none" strike="noStrike" cap="none">
              <a:solidFill>
                <a:srgbClr val="000000"/>
              </a:solidFill>
              <a:effectLst/>
              <a:latin typeface="Arial"/>
              <a:ea typeface="Arial"/>
              <a:cs typeface="Arial"/>
              <a:sym typeface="Aria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a:extLst>
            <a:ext uri="{FF2B5EF4-FFF2-40B4-BE49-F238E27FC236}">
              <a16:creationId xmlns:a16="http://schemas.microsoft.com/office/drawing/2014/main" id="{5569877E-7D58-FC17-2A08-367176657C87}"/>
            </a:ext>
          </a:extLst>
        </p:cNvPr>
        <p:cNvGrpSpPr/>
        <p:nvPr/>
      </p:nvGrpSpPr>
      <p:grpSpPr>
        <a:xfrm>
          <a:off x="0" y="0"/>
          <a:ext cx="0" cy="0"/>
          <a:chOff x="0" y="0"/>
          <a:chExt cx="0" cy="0"/>
        </a:xfrm>
      </p:grpSpPr>
      <p:sp>
        <p:nvSpPr>
          <p:cNvPr id="1687" name="Google Shape;1687;g13ce2af5b70_0_20:notes">
            <a:extLst>
              <a:ext uri="{FF2B5EF4-FFF2-40B4-BE49-F238E27FC236}">
                <a16:creationId xmlns:a16="http://schemas.microsoft.com/office/drawing/2014/main" id="{681702BA-29D8-2C01-7FE8-AADC731FE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g13ce2af5b70_0_20:notes">
            <a:extLst>
              <a:ext uri="{FF2B5EF4-FFF2-40B4-BE49-F238E27FC236}">
                <a16:creationId xmlns:a16="http://schemas.microsoft.com/office/drawing/2014/main" id="{EEBC2202-AAEB-DC08-E181-453E864E0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a:solidFill>
                  <a:srgbClr val="000000"/>
                </a:solidFill>
                <a:effectLst/>
                <a:latin typeface="Arial"/>
                <a:ea typeface="Arial"/>
                <a:cs typeface="Arial"/>
                <a:sym typeface="Arial"/>
              </a:rPr>
              <a:t>Using these three key features—each representing a different behavioral dimension—we applied the K‑means clustering method to segment all customers in the dataset. After evaluating clustering performance and selecting a solution with relatively low inertia, we identified four distinct customer segments that reflect meaningful differences in commitment level, service engagement, and household characteristics.</a:t>
            </a:r>
          </a:p>
          <a:p>
            <a:r>
              <a:rPr lang="en-US" sz="1100" b="0" i="0" u="none" strike="noStrike" cap="none">
                <a:solidFill>
                  <a:srgbClr val="000000"/>
                </a:solidFill>
                <a:effectLst/>
                <a:latin typeface="Arial"/>
                <a:ea typeface="Arial"/>
                <a:cs typeface="Arial"/>
                <a:sym typeface="Arial"/>
              </a:rPr>
              <a:t>These segments form the foundation for targeted retention strategies and allow us to tailor interventions to the specific drivers of churn within each group.</a:t>
            </a:r>
          </a:p>
          <a:p>
            <a:pPr marL="0" lvl="0" indent="0" algn="l" rtl="0">
              <a:spcBef>
                <a:spcPts val="0"/>
              </a:spcBef>
              <a:spcAft>
                <a:spcPts val="0"/>
              </a:spcAft>
              <a:buNone/>
            </a:pPr>
            <a:endParaRPr/>
          </a:p>
        </p:txBody>
      </p:sp>
    </p:spTree>
    <p:extLst>
      <p:ext uri="{BB962C8B-B14F-4D97-AF65-F5344CB8AC3E}">
        <p14:creationId xmlns:p14="http://schemas.microsoft.com/office/powerpoint/2010/main" val="1736788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p:cNvGrpSpPr/>
        <p:nvPr/>
      </p:nvGrpSpPr>
      <p:grpSpPr>
        <a:xfrm>
          <a:off x="0" y="0"/>
          <a:ext cx="0" cy="0"/>
          <a:chOff x="0" y="0"/>
          <a:chExt cx="0" cy="0"/>
        </a:xfrm>
      </p:grpSpPr>
      <p:sp>
        <p:nvSpPr>
          <p:cNvPr id="1497" name="Google Shape;1497;g1e9418e3c3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8" name="Google Shape;1498;g1e9418e3c3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a:extLst>
            <a:ext uri="{FF2B5EF4-FFF2-40B4-BE49-F238E27FC236}">
              <a16:creationId xmlns:a16="http://schemas.microsoft.com/office/drawing/2014/main" id="{F633D2B6-107E-D6C7-198E-44022D7CE4F0}"/>
            </a:ext>
          </a:extLst>
        </p:cNvPr>
        <p:cNvGrpSpPr/>
        <p:nvPr/>
      </p:nvGrpSpPr>
      <p:grpSpPr>
        <a:xfrm>
          <a:off x="0" y="0"/>
          <a:ext cx="0" cy="0"/>
          <a:chOff x="0" y="0"/>
          <a:chExt cx="0" cy="0"/>
        </a:xfrm>
      </p:grpSpPr>
      <p:sp>
        <p:nvSpPr>
          <p:cNvPr id="1497" name="Google Shape;1497;g1e9418e3c38_0_179:notes">
            <a:extLst>
              <a:ext uri="{FF2B5EF4-FFF2-40B4-BE49-F238E27FC236}">
                <a16:creationId xmlns:a16="http://schemas.microsoft.com/office/drawing/2014/main" id="{992374AE-9AC8-B427-3F3D-4A35059EC5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8" name="Google Shape;1498;g1e9418e3c38_0_179:notes">
            <a:extLst>
              <a:ext uri="{FF2B5EF4-FFF2-40B4-BE49-F238E27FC236}">
                <a16:creationId xmlns:a16="http://schemas.microsoft.com/office/drawing/2014/main" id="{BE655A5F-50AB-DEBD-E3DD-BD2CC6E1A8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Segment 1</a:t>
            </a:r>
          </a:p>
          <a:p>
            <a:pPr marL="0" indent="0">
              <a:buNone/>
              <a:defRPr/>
            </a:pPr>
            <a:r>
              <a:rPr lang="en" b="1" err="1">
                <a:solidFill>
                  <a:schemeClr val="lt1"/>
                </a:solidFill>
                <a:latin typeface="Montserrat"/>
                <a:ea typeface="Montserrat"/>
                <a:cs typeface="Montserrat"/>
                <a:sym typeface="Montserrat"/>
              </a:rPr>
              <a:t>Increease</a:t>
            </a:r>
            <a:r>
              <a:rPr lang="en" b="1">
                <a:solidFill>
                  <a:schemeClr val="lt1"/>
                </a:solidFill>
                <a:latin typeface="Montserrat"/>
                <a:ea typeface="Montserrat"/>
                <a:cs typeface="Montserrat"/>
                <a:sym typeface="Montserrat"/>
              </a:rPr>
              <a:t> early</a:t>
            </a:r>
            <a:r>
              <a:rPr lang="en" sz="1100" b="1">
                <a:solidFill>
                  <a:schemeClr val="lt1"/>
                </a:solidFill>
                <a:latin typeface="Montserrat"/>
                <a:ea typeface="Montserrat"/>
                <a:cs typeface="Montserrat"/>
                <a:sym typeface="Montserrat"/>
              </a:rPr>
              <a:t> engagement for older </a:t>
            </a:r>
            <a:r>
              <a:rPr lang="en" sz="1100" b="1" err="1">
                <a:solidFill>
                  <a:schemeClr val="lt1"/>
                </a:solidFill>
                <a:latin typeface="Montserrat"/>
                <a:ea typeface="Montserrat"/>
                <a:cs typeface="Montserrat"/>
                <a:sym typeface="Montserrat"/>
              </a:rPr>
              <a:t>MonthtoMonth</a:t>
            </a:r>
            <a:r>
              <a:rPr lang="en" sz="1100" b="1">
                <a:solidFill>
                  <a:schemeClr val="lt1"/>
                </a:solidFill>
                <a:latin typeface="Montserrat"/>
                <a:ea typeface="Montserrat"/>
                <a:cs typeface="Montserrat"/>
                <a:sym typeface="Montserrat"/>
              </a:rPr>
              <a:t> Customers</a:t>
            </a:r>
            <a:endParaRPr lang="en" sz="1100">
              <a:solidFill>
                <a:schemeClr val="lt1"/>
              </a:solidFill>
              <a:latin typeface="Montserrat"/>
              <a:ea typeface="Montserrat"/>
              <a:cs typeface="Montserrat"/>
            </a:endParaRPr>
          </a:p>
          <a:p>
            <a:pPr marL="0" indent="0">
              <a:buNone/>
            </a:pPr>
            <a:r>
              <a:rPr lang="en-US"/>
              <a:t>Segment 2: </a:t>
            </a:r>
            <a:r>
              <a:rPr lang="en" b="1">
                <a:solidFill>
                  <a:schemeClr val="lt1"/>
                </a:solidFill>
              </a:rPr>
              <a:t>Reducing </a:t>
            </a:r>
            <a:r>
              <a:rPr lang="en" b="1" err="1">
                <a:solidFill>
                  <a:schemeClr val="lt1"/>
                </a:solidFill>
              </a:rPr>
              <a:t>EarlyLife</a:t>
            </a:r>
            <a:r>
              <a:rPr lang="en" b="1">
                <a:solidFill>
                  <a:schemeClr val="lt1"/>
                </a:solidFill>
              </a:rPr>
              <a:t> Churn for </a:t>
            </a:r>
            <a:r>
              <a:rPr lang="en" b="1" err="1">
                <a:solidFill>
                  <a:schemeClr val="lt1"/>
                </a:solidFill>
              </a:rPr>
              <a:t>Young,New</a:t>
            </a:r>
            <a:r>
              <a:rPr lang="en" b="1">
                <a:solidFill>
                  <a:schemeClr val="lt1"/>
                </a:solidFill>
              </a:rPr>
              <a:t>, </a:t>
            </a:r>
            <a:r>
              <a:rPr lang="en" b="1" err="1">
                <a:solidFill>
                  <a:schemeClr val="lt1"/>
                </a:solidFill>
              </a:rPr>
              <a:t>MonthtoMonth</a:t>
            </a:r>
            <a:r>
              <a:rPr lang="en" b="1">
                <a:solidFill>
                  <a:schemeClr val="lt1"/>
                </a:solidFill>
              </a:rPr>
              <a:t> Customers</a:t>
            </a:r>
          </a:p>
          <a:p>
            <a:pPr marL="0" indent="0">
              <a:buNone/>
            </a:pPr>
            <a:r>
              <a:rPr lang="en" b="1">
                <a:solidFill>
                  <a:schemeClr val="lt1"/>
                </a:solidFill>
              </a:rPr>
              <a:t>Segment3</a:t>
            </a:r>
          </a:p>
          <a:p>
            <a:pPr marL="0" indent="0">
              <a:buNone/>
            </a:pPr>
            <a:r>
              <a:rPr lang="en" b="1">
                <a:solidFill>
                  <a:schemeClr val="lt1"/>
                </a:solidFill>
              </a:rPr>
              <a:t>Strengthening Loyalty for Younger, </a:t>
            </a:r>
            <a:r>
              <a:rPr lang="en" b="1" err="1">
                <a:solidFill>
                  <a:schemeClr val="lt1"/>
                </a:solidFill>
              </a:rPr>
              <a:t>LongTenure</a:t>
            </a:r>
            <a:r>
              <a:rPr lang="en" b="1">
                <a:solidFill>
                  <a:schemeClr val="lt1"/>
                </a:solidFill>
              </a:rPr>
              <a:t>, Highly Engaged Customers </a:t>
            </a:r>
          </a:p>
          <a:p>
            <a:pPr marL="0" indent="0">
              <a:buNone/>
            </a:pPr>
            <a:r>
              <a:rPr lang="en" b="1">
                <a:solidFill>
                  <a:srgbClr val="FFFFFF"/>
                </a:solidFill>
              </a:rPr>
              <a:t>Segment4</a:t>
            </a:r>
          </a:p>
          <a:p>
            <a:pPr marL="0" indent="0">
              <a:buNone/>
            </a:pPr>
            <a:r>
              <a:rPr lang="en" b="1">
                <a:solidFill>
                  <a:schemeClr val="lt1"/>
                </a:solidFill>
              </a:rPr>
              <a:t>Preserving Satisfaction for Older, </a:t>
            </a:r>
            <a:r>
              <a:rPr lang="en" b="1" err="1">
                <a:solidFill>
                  <a:schemeClr val="lt1"/>
                </a:solidFill>
              </a:rPr>
              <a:t>LongTenure</a:t>
            </a:r>
            <a:r>
              <a:rPr lang="en" b="1">
                <a:solidFill>
                  <a:schemeClr val="lt1"/>
                </a:solidFill>
              </a:rPr>
              <a:t>, </a:t>
            </a:r>
            <a:r>
              <a:rPr lang="en" b="1" err="1">
                <a:solidFill>
                  <a:schemeClr val="lt1"/>
                </a:solidFill>
              </a:rPr>
              <a:t>HighEngagement</a:t>
            </a:r>
            <a:r>
              <a:rPr lang="en" b="1">
                <a:solidFill>
                  <a:schemeClr val="lt1"/>
                </a:solidFill>
              </a:rPr>
              <a:t> Customers</a:t>
            </a:r>
            <a:endParaRPr lang="en"/>
          </a:p>
        </p:txBody>
      </p:sp>
    </p:spTree>
    <p:extLst>
      <p:ext uri="{BB962C8B-B14F-4D97-AF65-F5344CB8AC3E}">
        <p14:creationId xmlns:p14="http://schemas.microsoft.com/office/powerpoint/2010/main" val="1788033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g13ce2af5b7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g13ce2af5b7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10" name="Google Shape;10;p2"/>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 name="Google Shape;11;p2"/>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pic>
        <p:nvPicPr>
          <p:cNvPr id="123" name="Google Shape;123;p6"/>
          <p:cNvPicPr preferRelativeResize="0"/>
          <p:nvPr/>
        </p:nvPicPr>
        <p:blipFill>
          <a:blip r:embed="rId2">
            <a:alphaModFix/>
          </a:blip>
          <a:stretch>
            <a:fillRect/>
          </a:stretch>
        </p:blipFill>
        <p:spPr>
          <a:xfrm flipH="1">
            <a:off x="7924" y="0"/>
            <a:ext cx="9128151" cy="5143499"/>
          </a:xfrm>
          <a:prstGeom prst="rect">
            <a:avLst/>
          </a:prstGeom>
          <a:noFill/>
          <a:ln>
            <a:noFill/>
          </a:ln>
        </p:spPr>
      </p:pic>
      <p:grpSp>
        <p:nvGrpSpPr>
          <p:cNvPr id="124" name="Google Shape;124;p6"/>
          <p:cNvGrpSpPr/>
          <p:nvPr/>
        </p:nvGrpSpPr>
        <p:grpSpPr>
          <a:xfrm>
            <a:off x="-313650" y="-25"/>
            <a:ext cx="9457650" cy="5143450"/>
            <a:chOff x="-313650" y="-25"/>
            <a:chExt cx="9457650" cy="5143450"/>
          </a:xfrm>
        </p:grpSpPr>
        <p:sp>
          <p:nvSpPr>
            <p:cNvPr id="125" name="Google Shape;125;p6"/>
            <p:cNvSpPr/>
            <p:nvPr/>
          </p:nvSpPr>
          <p:spPr>
            <a:xfrm rot="10800000">
              <a:off x="8676300" y="-25"/>
              <a:ext cx="4677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6" name="Google Shape;126;p6"/>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7" name="Google Shape;127;p6"/>
            <p:cNvSpPr/>
            <p:nvPr/>
          </p:nvSpPr>
          <p:spPr>
            <a:xfrm>
              <a:off x="-313650" y="46040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8" name="Google Shape;128;p6"/>
            <p:cNvSpPr/>
            <p:nvPr/>
          </p:nvSpPr>
          <p:spPr>
            <a:xfrm flipH="1">
              <a:off x="5715000" y="4681725"/>
              <a:ext cx="3429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29" name="Google Shape;129;p6"/>
          <p:cNvGrpSpPr/>
          <p:nvPr/>
        </p:nvGrpSpPr>
        <p:grpSpPr>
          <a:xfrm>
            <a:off x="-1165287" y="-673237"/>
            <a:ext cx="1885275" cy="1884250"/>
            <a:chOff x="2609275" y="3149350"/>
            <a:chExt cx="1885275" cy="1884250"/>
          </a:xfrm>
        </p:grpSpPr>
        <p:sp>
          <p:nvSpPr>
            <p:cNvPr id="130" name="Google Shape;130;p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pic>
        <p:nvPicPr>
          <p:cNvPr id="151" name="Google Shape;151;p7"/>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152" name="Google Shape;152;p7"/>
          <p:cNvGrpSpPr/>
          <p:nvPr/>
        </p:nvGrpSpPr>
        <p:grpSpPr>
          <a:xfrm>
            <a:off x="0" y="0"/>
            <a:ext cx="2263500" cy="1871400"/>
            <a:chOff x="0" y="0"/>
            <a:chExt cx="2263500" cy="1871400"/>
          </a:xfrm>
        </p:grpSpPr>
        <p:sp>
          <p:nvSpPr>
            <p:cNvPr id="153" name="Google Shape;153;p7"/>
            <p:cNvSpPr/>
            <p:nvPr/>
          </p:nvSpPr>
          <p:spPr>
            <a:xfrm>
              <a:off x="0" y="0"/>
              <a:ext cx="5556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4" name="Google Shape;154;p7"/>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55" name="Google Shape;155;p7"/>
          <p:cNvGrpSpPr/>
          <p:nvPr/>
        </p:nvGrpSpPr>
        <p:grpSpPr>
          <a:xfrm>
            <a:off x="-1404987" y="-1786325"/>
            <a:ext cx="11178725" cy="6927275"/>
            <a:chOff x="-1404987" y="-1786325"/>
            <a:chExt cx="11178725" cy="6927275"/>
          </a:xfrm>
        </p:grpSpPr>
        <p:sp>
          <p:nvSpPr>
            <p:cNvPr id="156" name="Google Shape;156;p7"/>
            <p:cNvSpPr/>
            <p:nvPr/>
          </p:nvSpPr>
          <p:spPr>
            <a:xfrm>
              <a:off x="-78450" y="45298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57" name="Google Shape;157;p7"/>
            <p:cNvGrpSpPr/>
            <p:nvPr/>
          </p:nvGrpSpPr>
          <p:grpSpPr>
            <a:xfrm>
              <a:off x="-1404987" y="2387838"/>
              <a:ext cx="1885275" cy="1884250"/>
              <a:chOff x="2609275" y="3149350"/>
              <a:chExt cx="1885275" cy="1884250"/>
            </a:xfrm>
          </p:grpSpPr>
          <p:sp>
            <p:nvSpPr>
              <p:cNvPr id="158" name="Google Shape;158;p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7"/>
            <p:cNvSpPr/>
            <p:nvPr/>
          </p:nvSpPr>
          <p:spPr>
            <a:xfrm rot="-5400000">
              <a:off x="7447913" y="-17863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7"/>
          <p:cNvSpPr txBox="1">
            <a:spLocks noGrp="1"/>
          </p:cNvSpPr>
          <p:nvPr>
            <p:ph type="title"/>
          </p:nvPr>
        </p:nvSpPr>
        <p:spPr>
          <a:xfrm>
            <a:off x="722375" y="539500"/>
            <a:ext cx="7699200" cy="576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9" name="Google Shape;179;p7"/>
          <p:cNvSpPr txBox="1">
            <a:spLocks noGrp="1"/>
          </p:cNvSpPr>
          <p:nvPr>
            <p:ph type="body" idx="1"/>
          </p:nvPr>
        </p:nvSpPr>
        <p:spPr>
          <a:xfrm>
            <a:off x="722400" y="2086725"/>
            <a:ext cx="4136700" cy="1846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8"/>
        <p:cNvGrpSpPr/>
        <p:nvPr/>
      </p:nvGrpSpPr>
      <p:grpSpPr>
        <a:xfrm>
          <a:off x="0" y="0"/>
          <a:ext cx="0" cy="0"/>
          <a:chOff x="0" y="0"/>
          <a:chExt cx="0" cy="0"/>
        </a:xfrm>
      </p:grpSpPr>
      <p:pic>
        <p:nvPicPr>
          <p:cNvPr id="209" name="Google Shape;209;p9"/>
          <p:cNvPicPr preferRelativeResize="0"/>
          <p:nvPr/>
        </p:nvPicPr>
        <p:blipFill>
          <a:blip r:embed="rId2">
            <a:alphaModFix/>
          </a:blip>
          <a:stretch>
            <a:fillRect/>
          </a:stretch>
        </p:blipFill>
        <p:spPr>
          <a:xfrm flipH="1">
            <a:off x="7924" y="0"/>
            <a:ext cx="9128151" cy="5143499"/>
          </a:xfrm>
          <a:prstGeom prst="rect">
            <a:avLst/>
          </a:prstGeom>
          <a:noFill/>
          <a:ln>
            <a:noFill/>
          </a:ln>
        </p:spPr>
      </p:pic>
      <p:pic>
        <p:nvPicPr>
          <p:cNvPr id="210" name="Google Shape;210;p9"/>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211" name="Google Shape;211;p9"/>
          <p:cNvGrpSpPr/>
          <p:nvPr/>
        </p:nvGrpSpPr>
        <p:grpSpPr>
          <a:xfrm>
            <a:off x="0" y="0"/>
            <a:ext cx="9362875" cy="5143500"/>
            <a:chOff x="0" y="0"/>
            <a:chExt cx="9362875" cy="5143500"/>
          </a:xfrm>
        </p:grpSpPr>
        <p:sp>
          <p:nvSpPr>
            <p:cNvPr id="212" name="Google Shape;212;p9"/>
            <p:cNvSpPr/>
            <p:nvPr/>
          </p:nvSpPr>
          <p:spPr>
            <a:xfrm>
              <a:off x="79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3" name="Google Shape;213;p9"/>
            <p:cNvSpPr/>
            <p:nvPr/>
          </p:nvSpPr>
          <p:spPr>
            <a:xfrm rot="-5400000">
              <a:off x="7825525" y="3832950"/>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4" name="Google Shape;214;p9"/>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5" name="Google Shape;215;p9"/>
            <p:cNvSpPr/>
            <p:nvPr/>
          </p:nvSpPr>
          <p:spPr>
            <a:xfrm>
              <a:off x="7480375" y="4702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216" name="Google Shape;216;p9"/>
          <p:cNvSpPr/>
          <p:nvPr/>
        </p:nvSpPr>
        <p:spPr>
          <a:xfrm rot="5400000">
            <a:off x="3685175" y="48296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txBox="1">
            <a:spLocks noGrp="1"/>
          </p:cNvSpPr>
          <p:nvPr>
            <p:ph type="title"/>
          </p:nvPr>
        </p:nvSpPr>
        <p:spPr>
          <a:xfrm>
            <a:off x="2330700" y="1718288"/>
            <a:ext cx="4482600" cy="736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18" name="Google Shape;218;p9"/>
          <p:cNvSpPr txBox="1">
            <a:spLocks noGrp="1"/>
          </p:cNvSpPr>
          <p:nvPr>
            <p:ph type="subTitle" idx="1"/>
          </p:nvPr>
        </p:nvSpPr>
        <p:spPr>
          <a:xfrm>
            <a:off x="2330700" y="2336514"/>
            <a:ext cx="4482600" cy="108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3"/>
        <p:cNvGrpSpPr/>
        <p:nvPr/>
      </p:nvGrpSpPr>
      <p:grpSpPr>
        <a:xfrm>
          <a:off x="0" y="0"/>
          <a:ext cx="0" cy="0"/>
          <a:chOff x="0" y="0"/>
          <a:chExt cx="0" cy="0"/>
        </a:xfrm>
      </p:grpSpPr>
      <p:pic>
        <p:nvPicPr>
          <p:cNvPr id="254" name="Google Shape;254;p13"/>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255" name="Google Shape;255;p13"/>
          <p:cNvGrpSpPr/>
          <p:nvPr/>
        </p:nvGrpSpPr>
        <p:grpSpPr>
          <a:xfrm>
            <a:off x="-300" y="-12"/>
            <a:ext cx="9363175" cy="5143488"/>
            <a:chOff x="-300" y="-12"/>
            <a:chExt cx="9363175" cy="5143488"/>
          </a:xfrm>
        </p:grpSpPr>
        <p:sp>
          <p:nvSpPr>
            <p:cNvPr id="256" name="Google Shape;256;p13"/>
            <p:cNvSpPr/>
            <p:nvPr/>
          </p:nvSpPr>
          <p:spPr>
            <a:xfrm>
              <a:off x="8421575" y="3272075"/>
              <a:ext cx="717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7" name="Google Shape;257;p13"/>
            <p:cNvSpPr/>
            <p:nvPr/>
          </p:nvSpPr>
          <p:spPr>
            <a:xfrm rot="5400000">
              <a:off x="-568800" y="568500"/>
              <a:ext cx="1759500" cy="6225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8" name="Google Shape;258;p13"/>
            <p:cNvSpPr/>
            <p:nvPr/>
          </p:nvSpPr>
          <p:spPr>
            <a:xfrm rot="10800000" flipH="1">
              <a:off x="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9" name="Google Shape;259;p13"/>
            <p:cNvSpPr/>
            <p:nvPr/>
          </p:nvSpPr>
          <p:spPr>
            <a:xfrm>
              <a:off x="7480375" y="46543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60" name="Google Shape;260;p13"/>
          <p:cNvGrpSpPr/>
          <p:nvPr/>
        </p:nvGrpSpPr>
        <p:grpSpPr>
          <a:xfrm>
            <a:off x="-804387" y="-78325"/>
            <a:ext cx="11111225" cy="6776750"/>
            <a:chOff x="-804387" y="-78325"/>
            <a:chExt cx="11111225" cy="6776750"/>
          </a:xfrm>
        </p:grpSpPr>
        <p:sp>
          <p:nvSpPr>
            <p:cNvPr id="261" name="Google Shape;261;p13"/>
            <p:cNvSpPr/>
            <p:nvPr/>
          </p:nvSpPr>
          <p:spPr>
            <a:xfrm rot="10800000">
              <a:off x="5782225" y="-78325"/>
              <a:ext cx="3429000" cy="582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62" name="Google Shape;262;p13"/>
            <p:cNvGrpSpPr/>
            <p:nvPr/>
          </p:nvGrpSpPr>
          <p:grpSpPr>
            <a:xfrm>
              <a:off x="-387025" y="1052225"/>
              <a:ext cx="910269" cy="2095500"/>
              <a:chOff x="7631225" y="2241175"/>
              <a:chExt cx="910269" cy="2095500"/>
            </a:xfrm>
          </p:grpSpPr>
          <p:cxnSp>
            <p:nvCxnSpPr>
              <p:cNvPr id="263" name="Google Shape;263;p1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4" name="Google Shape;264;p1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5" name="Google Shape;265;p1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6" name="Google Shape;266;p1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7" name="Google Shape;267;p1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8" name="Google Shape;268;p1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9" name="Google Shape;269;p1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0" name="Google Shape;270;p1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1" name="Google Shape;271;p1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2" name="Google Shape;272;p1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3" name="Google Shape;273;p1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4" name="Google Shape;274;p1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1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276" name="Google Shape;276;p13"/>
            <p:cNvGrpSpPr/>
            <p:nvPr/>
          </p:nvGrpSpPr>
          <p:grpSpPr>
            <a:xfrm>
              <a:off x="8421563" y="946050"/>
              <a:ext cx="1885275" cy="1884250"/>
              <a:chOff x="2609275" y="3149350"/>
              <a:chExt cx="1885275" cy="1884250"/>
            </a:xfrm>
          </p:grpSpPr>
          <p:sp>
            <p:nvSpPr>
              <p:cNvPr id="277" name="Google Shape;277;p1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3"/>
            <p:cNvSpPr/>
            <p:nvPr/>
          </p:nvSpPr>
          <p:spPr>
            <a:xfrm rot="5400000">
              <a:off x="-804387" y="4372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1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298" name="Google Shape;298;p13"/>
          <p:cNvSpPr txBox="1">
            <a:spLocks noGrp="1"/>
          </p:cNvSpPr>
          <p:nvPr>
            <p:ph type="title" idx="2" hasCustomPrompt="1"/>
          </p:nvPr>
        </p:nvSpPr>
        <p:spPr>
          <a:xfrm>
            <a:off x="152228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99" name="Google Shape;299;p13"/>
          <p:cNvSpPr txBox="1">
            <a:spLocks noGrp="1"/>
          </p:cNvSpPr>
          <p:nvPr>
            <p:ph type="title" idx="3" hasCustomPrompt="1"/>
          </p:nvPr>
        </p:nvSpPr>
        <p:spPr>
          <a:xfrm>
            <a:off x="523803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0" name="Google Shape;300;p13"/>
          <p:cNvSpPr txBox="1">
            <a:spLocks noGrp="1"/>
          </p:cNvSpPr>
          <p:nvPr>
            <p:ph type="title" idx="4" hasCustomPrompt="1"/>
          </p:nvPr>
        </p:nvSpPr>
        <p:spPr>
          <a:xfrm>
            <a:off x="1522305"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1" name="Google Shape;301;p13"/>
          <p:cNvSpPr txBox="1">
            <a:spLocks noGrp="1"/>
          </p:cNvSpPr>
          <p:nvPr>
            <p:ph type="title" idx="5" hasCustomPrompt="1"/>
          </p:nvPr>
        </p:nvSpPr>
        <p:spPr>
          <a:xfrm>
            <a:off x="1522305"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2" name="Google Shape;302;p13"/>
          <p:cNvSpPr txBox="1">
            <a:spLocks noGrp="1"/>
          </p:cNvSpPr>
          <p:nvPr>
            <p:ph type="subTitle" idx="1"/>
          </p:nvPr>
        </p:nvSpPr>
        <p:spPr>
          <a:xfrm>
            <a:off x="2448393"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3" name="Google Shape;303;p13"/>
          <p:cNvSpPr txBox="1">
            <a:spLocks noGrp="1"/>
          </p:cNvSpPr>
          <p:nvPr>
            <p:ph type="subTitle" idx="6"/>
          </p:nvPr>
        </p:nvSpPr>
        <p:spPr>
          <a:xfrm>
            <a:off x="6164020"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4" name="Google Shape;304;p13"/>
          <p:cNvSpPr txBox="1">
            <a:spLocks noGrp="1"/>
          </p:cNvSpPr>
          <p:nvPr>
            <p:ph type="subTitle" idx="7"/>
          </p:nvPr>
        </p:nvSpPr>
        <p:spPr>
          <a:xfrm>
            <a:off x="2448393"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5" name="Google Shape;305;p13"/>
          <p:cNvSpPr txBox="1">
            <a:spLocks noGrp="1"/>
          </p:cNvSpPr>
          <p:nvPr>
            <p:ph type="subTitle" idx="8"/>
          </p:nvPr>
        </p:nvSpPr>
        <p:spPr>
          <a:xfrm>
            <a:off x="244827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6" name="Google Shape;306;p13"/>
          <p:cNvSpPr txBox="1">
            <a:spLocks noGrp="1"/>
          </p:cNvSpPr>
          <p:nvPr>
            <p:ph type="title" idx="9" hasCustomPrompt="1"/>
          </p:nvPr>
        </p:nvSpPr>
        <p:spPr>
          <a:xfrm>
            <a:off x="5237956"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7" name="Google Shape;307;p13"/>
          <p:cNvSpPr txBox="1">
            <a:spLocks noGrp="1"/>
          </p:cNvSpPr>
          <p:nvPr>
            <p:ph type="title" idx="13" hasCustomPrompt="1"/>
          </p:nvPr>
        </p:nvSpPr>
        <p:spPr>
          <a:xfrm>
            <a:off x="5237957"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8" name="Google Shape;308;p13"/>
          <p:cNvSpPr txBox="1">
            <a:spLocks noGrp="1"/>
          </p:cNvSpPr>
          <p:nvPr>
            <p:ph type="subTitle" idx="14"/>
          </p:nvPr>
        </p:nvSpPr>
        <p:spPr>
          <a:xfrm>
            <a:off x="6163931"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9" name="Google Shape;309;p13"/>
          <p:cNvSpPr txBox="1">
            <a:spLocks noGrp="1"/>
          </p:cNvSpPr>
          <p:nvPr>
            <p:ph type="subTitle" idx="15"/>
          </p:nvPr>
        </p:nvSpPr>
        <p:spPr>
          <a:xfrm>
            <a:off x="616393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352"/>
        <p:cNvGrpSpPr/>
        <p:nvPr/>
      </p:nvGrpSpPr>
      <p:grpSpPr>
        <a:xfrm>
          <a:off x="0" y="0"/>
          <a:ext cx="0" cy="0"/>
          <a:chOff x="0" y="0"/>
          <a:chExt cx="0" cy="0"/>
        </a:xfrm>
      </p:grpSpPr>
      <p:pic>
        <p:nvPicPr>
          <p:cNvPr id="353" name="Google Shape;353;p15"/>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354" name="Google Shape;354;p15"/>
          <p:cNvGrpSpPr/>
          <p:nvPr/>
        </p:nvGrpSpPr>
        <p:grpSpPr>
          <a:xfrm>
            <a:off x="6912000" y="0"/>
            <a:ext cx="2450875" cy="5156372"/>
            <a:chOff x="6912000" y="0"/>
            <a:chExt cx="2450875" cy="5156372"/>
          </a:xfrm>
        </p:grpSpPr>
        <p:sp>
          <p:nvSpPr>
            <p:cNvPr id="355" name="Google Shape;355;p15"/>
            <p:cNvSpPr/>
            <p:nvPr/>
          </p:nvSpPr>
          <p:spPr>
            <a:xfrm rot="10800000">
              <a:off x="8516400" y="3699572"/>
              <a:ext cx="6276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356" name="Google Shape;356;p15"/>
            <p:cNvSpPr/>
            <p:nvPr/>
          </p:nvSpPr>
          <p:spPr>
            <a:xfrm>
              <a:off x="7480375" y="46842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357" name="Google Shape;357;p15"/>
            <p:cNvSpPr/>
            <p:nvPr/>
          </p:nvSpPr>
          <p:spPr>
            <a:xfrm rot="10800000">
              <a:off x="6912000" y="0"/>
              <a:ext cx="2232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358" name="Google Shape;358;p15"/>
          <p:cNvGrpSpPr/>
          <p:nvPr/>
        </p:nvGrpSpPr>
        <p:grpSpPr>
          <a:xfrm>
            <a:off x="-2178113" y="927159"/>
            <a:ext cx="5103863" cy="4329741"/>
            <a:chOff x="-2178113" y="927159"/>
            <a:chExt cx="5103863" cy="4329741"/>
          </a:xfrm>
        </p:grpSpPr>
        <p:sp>
          <p:nvSpPr>
            <p:cNvPr id="359" name="Google Shape;359;p15"/>
            <p:cNvSpPr/>
            <p:nvPr/>
          </p:nvSpPr>
          <p:spPr>
            <a:xfrm rot="8100000">
              <a:off x="-1696423" y="1408849"/>
              <a:ext cx="2325803" cy="2325803"/>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5"/>
            <p:cNvSpPr/>
            <p:nvPr/>
          </p:nvSpPr>
          <p:spPr>
            <a:xfrm>
              <a:off x="-78450" y="4684200"/>
              <a:ext cx="3004200" cy="5727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361" name="Google Shape;361;p1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362"/>
        <p:cNvGrpSpPr/>
        <p:nvPr/>
      </p:nvGrpSpPr>
      <p:grpSpPr>
        <a:xfrm>
          <a:off x="0" y="0"/>
          <a:ext cx="0" cy="0"/>
          <a:chOff x="0" y="0"/>
          <a:chExt cx="0" cy="0"/>
        </a:xfrm>
      </p:grpSpPr>
      <p:pic>
        <p:nvPicPr>
          <p:cNvPr id="363" name="Google Shape;363;p16"/>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364" name="Google Shape;364;p16"/>
          <p:cNvGrpSpPr/>
          <p:nvPr/>
        </p:nvGrpSpPr>
        <p:grpSpPr>
          <a:xfrm>
            <a:off x="-413550" y="1958000"/>
            <a:ext cx="10720388" cy="2311663"/>
            <a:chOff x="-413550" y="1958000"/>
            <a:chExt cx="10720388" cy="2311663"/>
          </a:xfrm>
        </p:grpSpPr>
        <p:grpSp>
          <p:nvGrpSpPr>
            <p:cNvPr id="365" name="Google Shape;365;p16"/>
            <p:cNvGrpSpPr/>
            <p:nvPr/>
          </p:nvGrpSpPr>
          <p:grpSpPr>
            <a:xfrm>
              <a:off x="8421563" y="2385413"/>
              <a:ext cx="1885275" cy="1884250"/>
              <a:chOff x="2609275" y="3149350"/>
              <a:chExt cx="1885275" cy="1884250"/>
            </a:xfrm>
          </p:grpSpPr>
          <p:sp>
            <p:nvSpPr>
              <p:cNvPr id="366" name="Google Shape;366;p1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16"/>
            <p:cNvGrpSpPr/>
            <p:nvPr/>
          </p:nvGrpSpPr>
          <p:grpSpPr>
            <a:xfrm>
              <a:off x="-413550" y="1958000"/>
              <a:ext cx="986125" cy="2095500"/>
              <a:chOff x="7631225" y="2241175"/>
              <a:chExt cx="986125" cy="2095500"/>
            </a:xfrm>
          </p:grpSpPr>
          <p:cxnSp>
            <p:nvCxnSpPr>
              <p:cNvPr id="386" name="Google Shape;386;p16"/>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7" name="Google Shape;387;p16"/>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8" name="Google Shape;388;p16"/>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9" name="Google Shape;389;p16"/>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0" name="Google Shape;390;p16"/>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1" name="Google Shape;391;p16"/>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2" name="Google Shape;392;p16"/>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3" name="Google Shape;393;p16"/>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4" name="Google Shape;394;p16"/>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5" name="Google Shape;395;p16"/>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6" name="Google Shape;396;p16"/>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7" name="Google Shape;397;p16"/>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8" name="Google Shape;398;p16"/>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9" name="Google Shape;399;p16"/>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400" name="Google Shape;400;p16"/>
          <p:cNvGrpSpPr/>
          <p:nvPr/>
        </p:nvGrpSpPr>
        <p:grpSpPr>
          <a:xfrm>
            <a:off x="7925" y="-25"/>
            <a:ext cx="9136075" cy="5143513"/>
            <a:chOff x="7925" y="-25"/>
            <a:chExt cx="9136075" cy="5143513"/>
          </a:xfrm>
        </p:grpSpPr>
        <p:sp>
          <p:nvSpPr>
            <p:cNvPr id="401" name="Google Shape;401;p16"/>
            <p:cNvSpPr/>
            <p:nvPr/>
          </p:nvSpPr>
          <p:spPr>
            <a:xfrm>
              <a:off x="7925" y="4829688"/>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02" name="Google Shape;402;p16"/>
            <p:cNvSpPr/>
            <p:nvPr/>
          </p:nvSpPr>
          <p:spPr>
            <a:xfrm rot="10800000">
              <a:off x="7504200" y="-25"/>
              <a:ext cx="1639800" cy="424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03" name="Google Shape;403;p1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CUSTOM_7_1_1">
    <p:spTree>
      <p:nvGrpSpPr>
        <p:cNvPr id="1" name="Shape 404"/>
        <p:cNvGrpSpPr/>
        <p:nvPr/>
      </p:nvGrpSpPr>
      <p:grpSpPr>
        <a:xfrm>
          <a:off x="0" y="0"/>
          <a:ext cx="0" cy="0"/>
          <a:chOff x="0" y="0"/>
          <a:chExt cx="0" cy="0"/>
        </a:xfrm>
      </p:grpSpPr>
      <p:pic>
        <p:nvPicPr>
          <p:cNvPr id="405" name="Google Shape;405;p17"/>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406" name="Google Shape;406;p17"/>
          <p:cNvSpPr/>
          <p:nvPr/>
        </p:nvSpPr>
        <p:spPr>
          <a:xfrm rot="-5400000">
            <a:off x="7193025" y="460398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 name="Google Shape;407;p17"/>
          <p:cNvGrpSpPr/>
          <p:nvPr/>
        </p:nvGrpSpPr>
        <p:grpSpPr>
          <a:xfrm>
            <a:off x="-502850" y="-12"/>
            <a:ext cx="9646850" cy="5143513"/>
            <a:chOff x="-502850" y="-12"/>
            <a:chExt cx="9646850" cy="5143513"/>
          </a:xfrm>
        </p:grpSpPr>
        <p:sp>
          <p:nvSpPr>
            <p:cNvPr id="408" name="Google Shape;408;p17"/>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09" name="Google Shape;409;p17"/>
            <p:cNvSpPr/>
            <p:nvPr/>
          </p:nvSpPr>
          <p:spPr>
            <a:xfrm>
              <a:off x="-502850" y="3138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10" name="Google Shape;410;p17"/>
            <p:cNvSpPr/>
            <p:nvPr/>
          </p:nvSpPr>
          <p:spPr>
            <a:xfrm>
              <a:off x="0" y="2817600"/>
              <a:ext cx="593700" cy="23259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11" name="Google Shape;411;p17"/>
            <p:cNvSpPr/>
            <p:nvPr/>
          </p:nvSpPr>
          <p:spPr>
            <a:xfrm>
              <a:off x="0" y="4780475"/>
              <a:ext cx="1882500" cy="3630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12" name="Google Shape;412;p1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413"/>
        <p:cNvGrpSpPr/>
        <p:nvPr/>
      </p:nvGrpSpPr>
      <p:grpSpPr>
        <a:xfrm>
          <a:off x="0" y="0"/>
          <a:ext cx="0" cy="0"/>
          <a:chOff x="0" y="0"/>
          <a:chExt cx="0" cy="0"/>
        </a:xfrm>
      </p:grpSpPr>
      <p:pic>
        <p:nvPicPr>
          <p:cNvPr id="414" name="Google Shape;414;p18"/>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415" name="Google Shape;415;p18"/>
          <p:cNvGrpSpPr/>
          <p:nvPr/>
        </p:nvGrpSpPr>
        <p:grpSpPr>
          <a:xfrm>
            <a:off x="0" y="3870800"/>
            <a:ext cx="2263500" cy="1272725"/>
            <a:chOff x="0" y="3870800"/>
            <a:chExt cx="2263500" cy="1272725"/>
          </a:xfrm>
        </p:grpSpPr>
        <p:sp>
          <p:nvSpPr>
            <p:cNvPr id="416" name="Google Shape;416;p18"/>
            <p:cNvSpPr/>
            <p:nvPr/>
          </p:nvSpPr>
          <p:spPr>
            <a:xfrm>
              <a:off x="0" y="3870800"/>
              <a:ext cx="986100" cy="12726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17" name="Google Shape;417;p18"/>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18" name="Google Shape;418;p18"/>
          <p:cNvSpPr/>
          <p:nvPr/>
        </p:nvSpPr>
        <p:spPr>
          <a:xfrm rot="-5400000">
            <a:off x="8241950" y="155735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8"/>
          <p:cNvSpPr txBox="1">
            <a:spLocks noGrp="1"/>
          </p:cNvSpPr>
          <p:nvPr>
            <p:ph type="title"/>
          </p:nvPr>
        </p:nvSpPr>
        <p:spPr>
          <a:xfrm>
            <a:off x="2444050" y="1769288"/>
            <a:ext cx="4255800" cy="113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800"/>
              <a:buNone/>
              <a:defRPr sz="72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20" name="Google Shape;420;p18"/>
          <p:cNvSpPr txBox="1">
            <a:spLocks noGrp="1"/>
          </p:cNvSpPr>
          <p:nvPr>
            <p:ph type="subTitle" idx="1"/>
          </p:nvPr>
        </p:nvSpPr>
        <p:spPr>
          <a:xfrm>
            <a:off x="2444050" y="2695016"/>
            <a:ext cx="4255800" cy="67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500"/>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446"/>
        <p:cNvGrpSpPr/>
        <p:nvPr/>
      </p:nvGrpSpPr>
      <p:grpSpPr>
        <a:xfrm>
          <a:off x="0" y="0"/>
          <a:ext cx="0" cy="0"/>
          <a:chOff x="0" y="0"/>
          <a:chExt cx="0" cy="0"/>
        </a:xfrm>
      </p:grpSpPr>
      <p:pic>
        <p:nvPicPr>
          <p:cNvPr id="447" name="Google Shape;447;p20"/>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448" name="Google Shape;448;p20"/>
          <p:cNvGrpSpPr/>
          <p:nvPr/>
        </p:nvGrpSpPr>
        <p:grpSpPr>
          <a:xfrm>
            <a:off x="0" y="0"/>
            <a:ext cx="9552075" cy="5143500"/>
            <a:chOff x="0" y="0"/>
            <a:chExt cx="9552075" cy="5143500"/>
          </a:xfrm>
        </p:grpSpPr>
        <p:sp>
          <p:nvSpPr>
            <p:cNvPr id="449" name="Google Shape;449;p20"/>
            <p:cNvSpPr/>
            <p:nvPr/>
          </p:nvSpPr>
          <p:spPr>
            <a:xfrm>
              <a:off x="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0" name="Google Shape;450;p20"/>
            <p:cNvSpPr/>
            <p:nvPr/>
          </p:nvSpPr>
          <p:spPr>
            <a:xfrm flipH="1">
              <a:off x="6114300" y="4426500"/>
              <a:ext cx="3029700" cy="717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1" name="Google Shape;451;p20"/>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2" name="Google Shape;452;p20"/>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453" name="Google Shape;453;p20"/>
          <p:cNvGrpSpPr/>
          <p:nvPr/>
        </p:nvGrpSpPr>
        <p:grpSpPr>
          <a:xfrm>
            <a:off x="315013" y="-1329700"/>
            <a:ext cx="8939088" cy="7698038"/>
            <a:chOff x="315013" y="-1329700"/>
            <a:chExt cx="8939088" cy="7698038"/>
          </a:xfrm>
        </p:grpSpPr>
        <p:sp>
          <p:nvSpPr>
            <p:cNvPr id="454" name="Google Shape;454;p20"/>
            <p:cNvSpPr/>
            <p:nvPr/>
          </p:nvSpPr>
          <p:spPr>
            <a:xfrm rot="10800000">
              <a:off x="6092100"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455" name="Google Shape;455;p20"/>
            <p:cNvGrpSpPr/>
            <p:nvPr/>
          </p:nvGrpSpPr>
          <p:grpSpPr>
            <a:xfrm>
              <a:off x="3316738" y="-1329700"/>
              <a:ext cx="986125" cy="2095500"/>
              <a:chOff x="7631225" y="2241175"/>
              <a:chExt cx="986125" cy="2095500"/>
            </a:xfrm>
          </p:grpSpPr>
          <p:cxnSp>
            <p:nvCxnSpPr>
              <p:cNvPr id="456" name="Google Shape;456;p2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7" name="Google Shape;457;p2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8" name="Google Shape;458;p2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9" name="Google Shape;459;p2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0" name="Google Shape;460;p2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1" name="Google Shape;461;p2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2" name="Google Shape;462;p2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3" name="Google Shape;463;p2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4" name="Google Shape;464;p2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5" name="Google Shape;465;p2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6" name="Google Shape;466;p2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7" name="Google Shape;467;p2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8" name="Google Shape;468;p2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9" name="Google Shape;469;p2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470" name="Google Shape;470;p20"/>
            <p:cNvGrpSpPr/>
            <p:nvPr/>
          </p:nvGrpSpPr>
          <p:grpSpPr>
            <a:xfrm>
              <a:off x="315013" y="4484088"/>
              <a:ext cx="1885275" cy="1884250"/>
              <a:chOff x="2609275" y="3149350"/>
              <a:chExt cx="1885275" cy="1884250"/>
            </a:xfrm>
          </p:grpSpPr>
          <p:sp>
            <p:nvSpPr>
              <p:cNvPr id="471" name="Google Shape;471;p2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90" name="Google Shape;490;p20"/>
          <p:cNvSpPr txBox="1">
            <a:spLocks noGrp="1"/>
          </p:cNvSpPr>
          <p:nvPr>
            <p:ph type="title"/>
          </p:nvPr>
        </p:nvSpPr>
        <p:spPr>
          <a:xfrm>
            <a:off x="1150150" y="1785450"/>
            <a:ext cx="3029700" cy="915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91" name="Google Shape;491;p20"/>
          <p:cNvSpPr txBox="1">
            <a:spLocks noGrp="1"/>
          </p:cNvSpPr>
          <p:nvPr>
            <p:ph type="subTitle" idx="1"/>
          </p:nvPr>
        </p:nvSpPr>
        <p:spPr>
          <a:xfrm>
            <a:off x="1150150" y="2641024"/>
            <a:ext cx="3029700" cy="717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3">
  <p:cSld name="CUSTOM_4_1_1_1">
    <p:spTree>
      <p:nvGrpSpPr>
        <p:cNvPr id="1" name="Shape 492"/>
        <p:cNvGrpSpPr/>
        <p:nvPr/>
      </p:nvGrpSpPr>
      <p:grpSpPr>
        <a:xfrm>
          <a:off x="0" y="0"/>
          <a:ext cx="0" cy="0"/>
          <a:chOff x="0" y="0"/>
          <a:chExt cx="0" cy="0"/>
        </a:xfrm>
      </p:grpSpPr>
      <p:pic>
        <p:nvPicPr>
          <p:cNvPr id="493" name="Google Shape;493;p21"/>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494" name="Google Shape;494;p21"/>
          <p:cNvGrpSpPr/>
          <p:nvPr/>
        </p:nvGrpSpPr>
        <p:grpSpPr>
          <a:xfrm>
            <a:off x="-260288" y="-1374850"/>
            <a:ext cx="9396363" cy="6592000"/>
            <a:chOff x="-260288" y="-1374850"/>
            <a:chExt cx="9396363" cy="6592000"/>
          </a:xfrm>
        </p:grpSpPr>
        <p:sp>
          <p:nvSpPr>
            <p:cNvPr id="495" name="Google Shape;495;p21"/>
            <p:cNvSpPr/>
            <p:nvPr/>
          </p:nvSpPr>
          <p:spPr>
            <a:xfrm>
              <a:off x="-78450" y="46060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496" name="Google Shape;496;p21"/>
            <p:cNvGrpSpPr/>
            <p:nvPr/>
          </p:nvGrpSpPr>
          <p:grpSpPr>
            <a:xfrm>
              <a:off x="-218875" y="-13775"/>
              <a:ext cx="9354950" cy="5157275"/>
              <a:chOff x="-218875" y="-13775"/>
              <a:chExt cx="9354950" cy="5157275"/>
            </a:xfrm>
          </p:grpSpPr>
          <p:sp>
            <p:nvSpPr>
              <p:cNvPr id="497" name="Google Shape;497;p21"/>
              <p:cNvSpPr/>
              <p:nvPr/>
            </p:nvSpPr>
            <p:spPr>
              <a:xfrm rot="10800000">
                <a:off x="8413675" y="327210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98" name="Google Shape;498;p21"/>
              <p:cNvSpPr/>
              <p:nvPr/>
            </p:nvSpPr>
            <p:spPr>
              <a:xfrm rot="10800000" flipH="1">
                <a:off x="-11111" y="-13775"/>
                <a:ext cx="1277100" cy="1122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99" name="Google Shape;499;p21"/>
              <p:cNvSpPr/>
              <p:nvPr/>
            </p:nvSpPr>
            <p:spPr>
              <a:xfrm flipH="1">
                <a:off x="6872575" y="482970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00" name="Google Shape;500;p21"/>
              <p:cNvSpPr/>
              <p:nvPr/>
            </p:nvSpPr>
            <p:spPr>
              <a:xfrm>
                <a:off x="-218875" y="3071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501" name="Google Shape;501;p21"/>
            <p:cNvGrpSpPr/>
            <p:nvPr/>
          </p:nvGrpSpPr>
          <p:grpSpPr>
            <a:xfrm>
              <a:off x="-260288" y="1809525"/>
              <a:ext cx="986125" cy="2095500"/>
              <a:chOff x="7631225" y="2241175"/>
              <a:chExt cx="986125" cy="2095500"/>
            </a:xfrm>
          </p:grpSpPr>
          <p:cxnSp>
            <p:nvCxnSpPr>
              <p:cNvPr id="502" name="Google Shape;502;p2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3" name="Google Shape;503;p2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4" name="Google Shape;504;p2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5" name="Google Shape;505;p2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6" name="Google Shape;506;p2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7" name="Google Shape;507;p2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8" name="Google Shape;508;p2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9" name="Google Shape;509;p2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0" name="Google Shape;510;p2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1" name="Google Shape;511;p2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2" name="Google Shape;512;p2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3" name="Google Shape;513;p2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4" name="Google Shape;514;p2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5" name="Google Shape;515;p2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516" name="Google Shape;516;p21"/>
            <p:cNvSpPr/>
            <p:nvPr/>
          </p:nvSpPr>
          <p:spPr>
            <a:xfrm rot="-5400000">
              <a:off x="5322038" y="-137485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 name="Google Shape;517;p21"/>
          <p:cNvSpPr txBox="1">
            <a:spLocks noGrp="1"/>
          </p:cNvSpPr>
          <p:nvPr>
            <p:ph type="title"/>
          </p:nvPr>
        </p:nvSpPr>
        <p:spPr>
          <a:xfrm>
            <a:off x="4596287" y="1944159"/>
            <a:ext cx="3029700" cy="598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18" name="Google Shape;518;p21"/>
          <p:cNvSpPr txBox="1">
            <a:spLocks noGrp="1"/>
          </p:cNvSpPr>
          <p:nvPr>
            <p:ph type="subTitle" idx="1"/>
          </p:nvPr>
        </p:nvSpPr>
        <p:spPr>
          <a:xfrm>
            <a:off x="4596287" y="2482430"/>
            <a:ext cx="3029700" cy="7170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4">
  <p:cSld name="CUSTOM_4_1_1_1_1">
    <p:spTree>
      <p:nvGrpSpPr>
        <p:cNvPr id="1" name="Shape 519"/>
        <p:cNvGrpSpPr/>
        <p:nvPr/>
      </p:nvGrpSpPr>
      <p:grpSpPr>
        <a:xfrm>
          <a:off x="0" y="0"/>
          <a:ext cx="0" cy="0"/>
          <a:chOff x="0" y="0"/>
          <a:chExt cx="0" cy="0"/>
        </a:xfrm>
      </p:grpSpPr>
      <p:pic>
        <p:nvPicPr>
          <p:cNvPr id="520" name="Google Shape;520;p22"/>
          <p:cNvPicPr preferRelativeResize="0"/>
          <p:nvPr/>
        </p:nvPicPr>
        <p:blipFill>
          <a:blip r:embed="rId2">
            <a:alphaModFix/>
          </a:blip>
          <a:stretch>
            <a:fillRect/>
          </a:stretch>
        </p:blipFill>
        <p:spPr>
          <a:xfrm flipH="1">
            <a:off x="7924" y="0"/>
            <a:ext cx="9128151" cy="5143499"/>
          </a:xfrm>
          <a:prstGeom prst="rect">
            <a:avLst/>
          </a:prstGeom>
          <a:noFill/>
          <a:ln>
            <a:noFill/>
          </a:ln>
        </p:spPr>
      </p:pic>
      <p:grpSp>
        <p:nvGrpSpPr>
          <p:cNvPr id="521" name="Google Shape;521;p22"/>
          <p:cNvGrpSpPr/>
          <p:nvPr/>
        </p:nvGrpSpPr>
        <p:grpSpPr>
          <a:xfrm>
            <a:off x="-378350" y="-71600"/>
            <a:ext cx="10617113" cy="3308050"/>
            <a:chOff x="-378350" y="-71600"/>
            <a:chExt cx="10617113" cy="3308050"/>
          </a:xfrm>
        </p:grpSpPr>
        <p:sp>
          <p:nvSpPr>
            <p:cNvPr id="522" name="Google Shape;522;p22"/>
            <p:cNvSpPr/>
            <p:nvPr/>
          </p:nvSpPr>
          <p:spPr>
            <a:xfrm rot="10800000" flipH="1">
              <a:off x="-378350"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523" name="Google Shape;523;p22"/>
            <p:cNvGrpSpPr/>
            <p:nvPr/>
          </p:nvGrpSpPr>
          <p:grpSpPr>
            <a:xfrm>
              <a:off x="8353488" y="1352200"/>
              <a:ext cx="1885275" cy="1884250"/>
              <a:chOff x="2609275" y="3149350"/>
              <a:chExt cx="1885275" cy="1884250"/>
            </a:xfrm>
          </p:grpSpPr>
          <p:sp>
            <p:nvSpPr>
              <p:cNvPr id="524" name="Google Shape;524;p2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3" name="Google Shape;543;p22"/>
          <p:cNvSpPr/>
          <p:nvPr/>
        </p:nvSpPr>
        <p:spPr>
          <a:xfrm rot="10800000">
            <a:off x="6872575"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44" name="Google Shape;544;p22"/>
          <p:cNvSpPr txBox="1">
            <a:spLocks noGrp="1"/>
          </p:cNvSpPr>
          <p:nvPr>
            <p:ph type="title"/>
          </p:nvPr>
        </p:nvSpPr>
        <p:spPr>
          <a:xfrm>
            <a:off x="1352263" y="1785450"/>
            <a:ext cx="3029700" cy="915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45" name="Google Shape;545;p22"/>
          <p:cNvSpPr txBox="1">
            <a:spLocks noGrp="1"/>
          </p:cNvSpPr>
          <p:nvPr>
            <p:ph type="subTitle" idx="1"/>
          </p:nvPr>
        </p:nvSpPr>
        <p:spPr>
          <a:xfrm>
            <a:off x="1352263" y="2641021"/>
            <a:ext cx="3029700" cy="717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6">
    <p:spTree>
      <p:nvGrpSpPr>
        <p:cNvPr id="1" name="Shape 555"/>
        <p:cNvGrpSpPr/>
        <p:nvPr/>
      </p:nvGrpSpPr>
      <p:grpSpPr>
        <a:xfrm>
          <a:off x="0" y="0"/>
          <a:ext cx="0" cy="0"/>
          <a:chOff x="0" y="0"/>
          <a:chExt cx="0" cy="0"/>
        </a:xfrm>
      </p:grpSpPr>
      <p:pic>
        <p:nvPicPr>
          <p:cNvPr id="556" name="Google Shape;556;p24"/>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557" name="Google Shape;557;p24"/>
          <p:cNvGrpSpPr/>
          <p:nvPr/>
        </p:nvGrpSpPr>
        <p:grpSpPr>
          <a:xfrm>
            <a:off x="0" y="-8724"/>
            <a:ext cx="9143975" cy="5152249"/>
            <a:chOff x="0" y="-8724"/>
            <a:chExt cx="9143975" cy="5152249"/>
          </a:xfrm>
        </p:grpSpPr>
        <p:sp>
          <p:nvSpPr>
            <p:cNvPr id="558" name="Google Shape;558;p24"/>
            <p:cNvSpPr/>
            <p:nvPr/>
          </p:nvSpPr>
          <p:spPr>
            <a:xfrm>
              <a:off x="8421575" y="3272125"/>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59" name="Google Shape;559;p24"/>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60" name="Google Shape;560;p24"/>
            <p:cNvSpPr/>
            <p:nvPr/>
          </p:nvSpPr>
          <p:spPr>
            <a:xfrm rot="5400000">
              <a:off x="870900" y="-879624"/>
              <a:ext cx="433500" cy="2175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561" name="Google Shape;561;p24"/>
          <p:cNvGrpSpPr/>
          <p:nvPr/>
        </p:nvGrpSpPr>
        <p:grpSpPr>
          <a:xfrm>
            <a:off x="-394025" y="-169100"/>
            <a:ext cx="10831138" cy="3165538"/>
            <a:chOff x="-394025" y="-169100"/>
            <a:chExt cx="10831138" cy="3165538"/>
          </a:xfrm>
        </p:grpSpPr>
        <p:sp>
          <p:nvSpPr>
            <p:cNvPr id="562" name="Google Shape;562;p24"/>
            <p:cNvSpPr/>
            <p:nvPr/>
          </p:nvSpPr>
          <p:spPr>
            <a:xfrm rot="10800000">
              <a:off x="6344350" y="-169100"/>
              <a:ext cx="2936100" cy="708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563" name="Google Shape;563;p24"/>
            <p:cNvGrpSpPr/>
            <p:nvPr/>
          </p:nvGrpSpPr>
          <p:grpSpPr>
            <a:xfrm>
              <a:off x="-394025" y="172575"/>
              <a:ext cx="986125" cy="2095500"/>
              <a:chOff x="7631225" y="2241175"/>
              <a:chExt cx="986125" cy="2095500"/>
            </a:xfrm>
          </p:grpSpPr>
          <p:cxnSp>
            <p:nvCxnSpPr>
              <p:cNvPr id="564" name="Google Shape;564;p2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5" name="Google Shape;565;p2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6" name="Google Shape;566;p2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7" name="Google Shape;567;p2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8" name="Google Shape;568;p2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9" name="Google Shape;569;p2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0" name="Google Shape;570;p2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1" name="Google Shape;571;p2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2" name="Google Shape;572;p2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3" name="Google Shape;573;p2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4" name="Google Shape;574;p2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5" name="Google Shape;575;p2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6" name="Google Shape;576;p2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7" name="Google Shape;577;p2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578" name="Google Shape;578;p24"/>
            <p:cNvGrpSpPr/>
            <p:nvPr/>
          </p:nvGrpSpPr>
          <p:grpSpPr>
            <a:xfrm>
              <a:off x="8551838" y="1112188"/>
              <a:ext cx="1885275" cy="1884250"/>
              <a:chOff x="2609275" y="3149350"/>
              <a:chExt cx="1885275" cy="1884250"/>
            </a:xfrm>
          </p:grpSpPr>
          <p:sp>
            <p:nvSpPr>
              <p:cNvPr id="579" name="Google Shape;579;p24"/>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4"/>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4"/>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4"/>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4"/>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4"/>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4"/>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4"/>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4"/>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4"/>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4"/>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4"/>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4"/>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4"/>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4"/>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4"/>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4"/>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4"/>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4"/>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8" name="Google Shape;598;p24"/>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99" name="Google Shape;599;p24"/>
          <p:cNvSpPr txBox="1">
            <a:spLocks noGrp="1"/>
          </p:cNvSpPr>
          <p:nvPr>
            <p:ph type="subTitle" idx="1"/>
          </p:nvPr>
        </p:nvSpPr>
        <p:spPr>
          <a:xfrm>
            <a:off x="991525" y="2867950"/>
            <a:ext cx="31890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00" name="Google Shape;600;p24"/>
          <p:cNvSpPr txBox="1">
            <a:spLocks noGrp="1"/>
          </p:cNvSpPr>
          <p:nvPr>
            <p:ph type="subTitle" idx="2"/>
          </p:nvPr>
        </p:nvSpPr>
        <p:spPr>
          <a:xfrm>
            <a:off x="4963503" y="2867950"/>
            <a:ext cx="31890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01" name="Google Shape;601;p24"/>
          <p:cNvSpPr txBox="1">
            <a:spLocks noGrp="1"/>
          </p:cNvSpPr>
          <p:nvPr>
            <p:ph type="subTitle" idx="3"/>
          </p:nvPr>
        </p:nvSpPr>
        <p:spPr>
          <a:xfrm>
            <a:off x="991525" y="2567475"/>
            <a:ext cx="31890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02" name="Google Shape;602;p24"/>
          <p:cNvSpPr txBox="1">
            <a:spLocks noGrp="1"/>
          </p:cNvSpPr>
          <p:nvPr>
            <p:ph type="subTitle" idx="4"/>
          </p:nvPr>
        </p:nvSpPr>
        <p:spPr>
          <a:xfrm>
            <a:off x="4963514" y="2567475"/>
            <a:ext cx="31890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603"/>
        <p:cNvGrpSpPr/>
        <p:nvPr/>
      </p:nvGrpSpPr>
      <p:grpSpPr>
        <a:xfrm>
          <a:off x="0" y="0"/>
          <a:ext cx="0" cy="0"/>
          <a:chOff x="0" y="0"/>
          <a:chExt cx="0" cy="0"/>
        </a:xfrm>
      </p:grpSpPr>
      <p:pic>
        <p:nvPicPr>
          <p:cNvPr id="604" name="Google Shape;604;p25"/>
          <p:cNvPicPr preferRelativeResize="0"/>
          <p:nvPr/>
        </p:nvPicPr>
        <p:blipFill>
          <a:blip r:embed="rId2">
            <a:alphaModFix/>
          </a:blip>
          <a:stretch>
            <a:fillRect/>
          </a:stretch>
        </p:blipFill>
        <p:spPr>
          <a:xfrm flipH="1">
            <a:off x="7924" y="0"/>
            <a:ext cx="9128151" cy="5143499"/>
          </a:xfrm>
          <a:prstGeom prst="rect">
            <a:avLst/>
          </a:prstGeom>
          <a:noFill/>
          <a:ln>
            <a:noFill/>
          </a:ln>
        </p:spPr>
      </p:pic>
      <p:grpSp>
        <p:nvGrpSpPr>
          <p:cNvPr id="605" name="Google Shape;605;p25"/>
          <p:cNvGrpSpPr/>
          <p:nvPr/>
        </p:nvGrpSpPr>
        <p:grpSpPr>
          <a:xfrm>
            <a:off x="-49825" y="-374550"/>
            <a:ext cx="9556425" cy="7430813"/>
            <a:chOff x="-49825" y="-374550"/>
            <a:chExt cx="9556425" cy="7430813"/>
          </a:xfrm>
        </p:grpSpPr>
        <p:sp>
          <p:nvSpPr>
            <p:cNvPr id="606" name="Google Shape;606;p25"/>
            <p:cNvSpPr/>
            <p:nvPr/>
          </p:nvSpPr>
          <p:spPr>
            <a:xfrm rot="10800000" flipH="1">
              <a:off x="-49825" y="-1951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607" name="Google Shape;607;p25"/>
            <p:cNvGrpSpPr/>
            <p:nvPr/>
          </p:nvGrpSpPr>
          <p:grpSpPr>
            <a:xfrm>
              <a:off x="8520475" y="-374550"/>
              <a:ext cx="986125" cy="2095500"/>
              <a:chOff x="7631225" y="2241175"/>
              <a:chExt cx="986125" cy="2095500"/>
            </a:xfrm>
          </p:grpSpPr>
          <p:cxnSp>
            <p:nvCxnSpPr>
              <p:cNvPr id="608" name="Google Shape;608;p2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09" name="Google Shape;609;p2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0" name="Google Shape;610;p2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1" name="Google Shape;611;p2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2" name="Google Shape;612;p2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3" name="Google Shape;613;p2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4" name="Google Shape;614;p2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5" name="Google Shape;615;p2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6" name="Google Shape;616;p2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7" name="Google Shape;617;p2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8" name="Google Shape;618;p2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19" name="Google Shape;619;p2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20" name="Google Shape;620;p2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621" name="Google Shape;621;p2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622" name="Google Shape;622;p25"/>
            <p:cNvSpPr/>
            <p:nvPr/>
          </p:nvSpPr>
          <p:spPr>
            <a:xfrm rot="5400000">
              <a:off x="2920037" y="47304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25"/>
          <p:cNvGrpSpPr/>
          <p:nvPr/>
        </p:nvGrpSpPr>
        <p:grpSpPr>
          <a:xfrm>
            <a:off x="-323125" y="3272100"/>
            <a:ext cx="9467125" cy="1871400"/>
            <a:chOff x="-323125" y="3272100"/>
            <a:chExt cx="9467125" cy="1871400"/>
          </a:xfrm>
        </p:grpSpPr>
        <p:sp>
          <p:nvSpPr>
            <p:cNvPr id="624" name="Google Shape;624;p25"/>
            <p:cNvSpPr/>
            <p:nvPr/>
          </p:nvSpPr>
          <p:spPr>
            <a:xfrm>
              <a:off x="0" y="3272100"/>
              <a:ext cx="4575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25" name="Google Shape;625;p25"/>
            <p:cNvSpPr/>
            <p:nvPr/>
          </p:nvSpPr>
          <p:spPr>
            <a:xfrm flipH="1">
              <a:off x="8600100" y="3551700"/>
              <a:ext cx="543900" cy="159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26" name="Google Shape;626;p25"/>
            <p:cNvSpPr/>
            <p:nvPr/>
          </p:nvSpPr>
          <p:spPr>
            <a:xfrm>
              <a:off x="-323125" y="4730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27" name="Google Shape;627;p25"/>
            <p:cNvSpPr/>
            <p:nvPr/>
          </p:nvSpPr>
          <p:spPr>
            <a:xfrm flipH="1">
              <a:off x="6880500" y="482970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628" name="Google Shape;628;p2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29" name="Google Shape;629;p25"/>
          <p:cNvSpPr txBox="1">
            <a:spLocks noGrp="1"/>
          </p:cNvSpPr>
          <p:nvPr>
            <p:ph type="subTitle" idx="1"/>
          </p:nvPr>
        </p:nvSpPr>
        <p:spPr>
          <a:xfrm>
            <a:off x="798552" y="2867950"/>
            <a:ext cx="23898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0" name="Google Shape;630;p25"/>
          <p:cNvSpPr txBox="1">
            <a:spLocks noGrp="1"/>
          </p:cNvSpPr>
          <p:nvPr>
            <p:ph type="subTitle" idx="2"/>
          </p:nvPr>
        </p:nvSpPr>
        <p:spPr>
          <a:xfrm>
            <a:off x="3377088" y="2867950"/>
            <a:ext cx="23898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1" name="Google Shape;631;p25"/>
          <p:cNvSpPr txBox="1">
            <a:spLocks noGrp="1"/>
          </p:cNvSpPr>
          <p:nvPr>
            <p:ph type="subTitle" idx="3"/>
          </p:nvPr>
        </p:nvSpPr>
        <p:spPr>
          <a:xfrm>
            <a:off x="798552" y="2567475"/>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32" name="Google Shape;632;p25"/>
          <p:cNvSpPr txBox="1">
            <a:spLocks noGrp="1"/>
          </p:cNvSpPr>
          <p:nvPr>
            <p:ph type="subTitle" idx="4"/>
          </p:nvPr>
        </p:nvSpPr>
        <p:spPr>
          <a:xfrm>
            <a:off x="3377096" y="2567475"/>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33" name="Google Shape;633;p25"/>
          <p:cNvSpPr txBox="1">
            <a:spLocks noGrp="1"/>
          </p:cNvSpPr>
          <p:nvPr>
            <p:ph type="subTitle" idx="5"/>
          </p:nvPr>
        </p:nvSpPr>
        <p:spPr>
          <a:xfrm>
            <a:off x="5955640" y="2867950"/>
            <a:ext cx="23898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34" name="Google Shape;634;p25"/>
          <p:cNvSpPr txBox="1">
            <a:spLocks noGrp="1"/>
          </p:cNvSpPr>
          <p:nvPr>
            <p:ph type="subTitle" idx="6"/>
          </p:nvPr>
        </p:nvSpPr>
        <p:spPr>
          <a:xfrm>
            <a:off x="5955648" y="2567475"/>
            <a:ext cx="23898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2">
    <p:spTree>
      <p:nvGrpSpPr>
        <p:cNvPr id="1" name="Shape 850"/>
        <p:cNvGrpSpPr/>
        <p:nvPr/>
      </p:nvGrpSpPr>
      <p:grpSpPr>
        <a:xfrm>
          <a:off x="0" y="0"/>
          <a:ext cx="0" cy="0"/>
          <a:chOff x="0" y="0"/>
          <a:chExt cx="0" cy="0"/>
        </a:xfrm>
      </p:grpSpPr>
      <p:grpSp>
        <p:nvGrpSpPr>
          <p:cNvPr id="851" name="Google Shape;851;p31"/>
          <p:cNvGrpSpPr/>
          <p:nvPr/>
        </p:nvGrpSpPr>
        <p:grpSpPr>
          <a:xfrm>
            <a:off x="800963" y="-1678600"/>
            <a:ext cx="9414788" cy="4643313"/>
            <a:chOff x="800963" y="-1678600"/>
            <a:chExt cx="9414788" cy="4643313"/>
          </a:xfrm>
        </p:grpSpPr>
        <p:grpSp>
          <p:nvGrpSpPr>
            <p:cNvPr id="852" name="Google Shape;852;p31"/>
            <p:cNvGrpSpPr/>
            <p:nvPr/>
          </p:nvGrpSpPr>
          <p:grpSpPr>
            <a:xfrm flipH="1">
              <a:off x="8330475" y="1080463"/>
              <a:ext cx="1885275" cy="1884250"/>
              <a:chOff x="2609275" y="3149350"/>
              <a:chExt cx="1885275" cy="1884250"/>
            </a:xfrm>
          </p:grpSpPr>
          <p:sp>
            <p:nvSpPr>
              <p:cNvPr id="853" name="Google Shape;853;p31"/>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1"/>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1"/>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1"/>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1"/>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1"/>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1"/>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 name="Google Shape;872;p31"/>
            <p:cNvSpPr/>
            <p:nvPr/>
          </p:nvSpPr>
          <p:spPr>
            <a:xfrm rot="5400000" flipH="1">
              <a:off x="800963"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73" name="Google Shape;873;p31"/>
          <p:cNvPicPr preferRelativeResize="0"/>
          <p:nvPr/>
        </p:nvPicPr>
        <p:blipFill>
          <a:blip r:embed="rId2">
            <a:alphaModFix/>
          </a:blip>
          <a:stretch>
            <a:fillRect/>
          </a:stretch>
        </p:blipFill>
        <p:spPr>
          <a:xfrm rot="10800000">
            <a:off x="7924" y="0"/>
            <a:ext cx="9128151" cy="5143499"/>
          </a:xfrm>
          <a:prstGeom prst="rect">
            <a:avLst/>
          </a:prstGeom>
          <a:noFill/>
          <a:ln>
            <a:noFill/>
          </a:ln>
        </p:spPr>
      </p:pic>
      <p:sp>
        <p:nvSpPr>
          <p:cNvPr id="874" name="Google Shape;874;p31"/>
          <p:cNvSpPr txBox="1">
            <a:spLocks noGrp="1"/>
          </p:cNvSpPr>
          <p:nvPr>
            <p:ph type="ctrTitle"/>
          </p:nvPr>
        </p:nvSpPr>
        <p:spPr>
          <a:xfrm>
            <a:off x="2685375" y="552694"/>
            <a:ext cx="3773100" cy="90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875" name="Google Shape;875;p31"/>
          <p:cNvSpPr txBox="1">
            <a:spLocks noGrp="1"/>
          </p:cNvSpPr>
          <p:nvPr>
            <p:ph type="subTitle" idx="1"/>
          </p:nvPr>
        </p:nvSpPr>
        <p:spPr>
          <a:xfrm>
            <a:off x="2685375" y="1369144"/>
            <a:ext cx="3773100" cy="107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5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76" name="Google Shape;876;p31"/>
          <p:cNvSpPr txBox="1"/>
          <p:nvPr/>
        </p:nvSpPr>
        <p:spPr>
          <a:xfrm>
            <a:off x="3014822" y="3604741"/>
            <a:ext cx="3114300" cy="615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000">
                <a:solidFill>
                  <a:schemeClr val="dk1"/>
                </a:solidFill>
                <a:latin typeface="Maven Pro"/>
                <a:ea typeface="Maven Pro"/>
                <a:cs typeface="Maven Pro"/>
                <a:sym typeface="Maven Pro"/>
              </a:rPr>
              <a:t>CREDITS: This presentation template was created by </a:t>
            </a:r>
            <a:r>
              <a:rPr lang="en" sz="1000" b="1" u="sng">
                <a:solidFill>
                  <a:schemeClr val="dk1"/>
                </a:solidFill>
                <a:latin typeface="Maven Pro"/>
                <a:ea typeface="Maven Pro"/>
                <a:cs typeface="Maven Pro"/>
                <a:sym typeface="Maven Pro"/>
                <a:hlinkClick r:id="rId3">
                  <a:extLst>
                    <a:ext uri="{A12FA001-AC4F-418D-AE19-62706E023703}">
                      <ahyp:hlinkClr xmlns:ahyp="http://schemas.microsoft.com/office/drawing/2018/hyperlinkcolor" val="tx"/>
                    </a:ext>
                  </a:extLst>
                </a:hlinkClick>
              </a:rPr>
              <a:t>Slidesgo</a:t>
            </a:r>
            <a:r>
              <a:rPr lang="en" sz="1000">
                <a:solidFill>
                  <a:schemeClr val="dk1"/>
                </a:solidFill>
                <a:latin typeface="Maven Pro"/>
                <a:ea typeface="Maven Pro"/>
                <a:cs typeface="Maven Pro"/>
                <a:sym typeface="Maven Pro"/>
              </a:rPr>
              <a:t>, including icons by </a:t>
            </a:r>
            <a:r>
              <a:rPr lang="en" sz="1000" b="1" u="sng">
                <a:solidFill>
                  <a:schemeClr val="dk1"/>
                </a:solidFill>
                <a:latin typeface="Maven Pro"/>
                <a:ea typeface="Maven Pro"/>
                <a:cs typeface="Maven Pro"/>
                <a:sym typeface="Maven Pro"/>
                <a:hlinkClick r:id="rId4">
                  <a:extLst>
                    <a:ext uri="{A12FA001-AC4F-418D-AE19-62706E023703}">
                      <ahyp:hlinkClr xmlns:ahyp="http://schemas.microsoft.com/office/drawing/2018/hyperlinkcolor" val="tx"/>
                    </a:ext>
                  </a:extLst>
                </a:hlinkClick>
              </a:rPr>
              <a:t>Flaticon</a:t>
            </a:r>
            <a:r>
              <a:rPr lang="en" sz="1000" b="1">
                <a:solidFill>
                  <a:schemeClr val="dk1"/>
                </a:solidFill>
                <a:latin typeface="Maven Pro"/>
                <a:ea typeface="Maven Pro"/>
                <a:cs typeface="Maven Pro"/>
                <a:sym typeface="Maven Pro"/>
              </a:rPr>
              <a:t> </a:t>
            </a:r>
            <a:r>
              <a:rPr lang="en" sz="1000">
                <a:solidFill>
                  <a:schemeClr val="dk1"/>
                </a:solidFill>
                <a:latin typeface="Maven Pro"/>
                <a:ea typeface="Maven Pro"/>
                <a:cs typeface="Maven Pro"/>
                <a:sym typeface="Maven Pro"/>
              </a:rPr>
              <a:t>and infographics &amp; images by </a:t>
            </a:r>
            <a:r>
              <a:rPr lang="en" sz="1000" b="1" u="sng">
                <a:solidFill>
                  <a:schemeClr val="dk1"/>
                </a:solidFill>
                <a:latin typeface="Maven Pro"/>
                <a:ea typeface="Maven Pro"/>
                <a:cs typeface="Maven Pro"/>
                <a:sym typeface="Maven Pro"/>
                <a:hlinkClick r:id="rId5">
                  <a:extLst>
                    <a:ext uri="{A12FA001-AC4F-418D-AE19-62706E023703}">
                      <ahyp:hlinkClr xmlns:ahyp="http://schemas.microsoft.com/office/drawing/2018/hyperlinkcolor" val="tx"/>
                    </a:ext>
                  </a:extLst>
                </a:hlinkClick>
              </a:rPr>
              <a:t>Freepik</a:t>
            </a:r>
            <a:endParaRPr sz="1000" b="1" u="sng">
              <a:solidFill>
                <a:schemeClr val="dk1"/>
              </a:solidFill>
              <a:latin typeface="Maven Pro"/>
              <a:ea typeface="Maven Pro"/>
              <a:cs typeface="Maven Pro"/>
              <a:sym typeface="Maven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877"/>
        <p:cNvGrpSpPr/>
        <p:nvPr/>
      </p:nvGrpSpPr>
      <p:grpSpPr>
        <a:xfrm>
          <a:off x="0" y="0"/>
          <a:ext cx="0" cy="0"/>
          <a:chOff x="0" y="0"/>
          <a:chExt cx="0" cy="0"/>
        </a:xfrm>
      </p:grpSpPr>
      <p:pic>
        <p:nvPicPr>
          <p:cNvPr id="878" name="Google Shape;878;p32"/>
          <p:cNvPicPr preferRelativeResize="0"/>
          <p:nvPr/>
        </p:nvPicPr>
        <p:blipFill>
          <a:blip r:embed="rId2">
            <a:alphaModFix/>
          </a:blip>
          <a:stretch>
            <a:fillRect/>
          </a:stretch>
        </p:blipFill>
        <p:spPr>
          <a:xfrm rot="10800000">
            <a:off x="7924" y="0"/>
            <a:ext cx="9128151" cy="514349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879"/>
        <p:cNvGrpSpPr/>
        <p:nvPr/>
      </p:nvGrpSpPr>
      <p:grpSpPr>
        <a:xfrm>
          <a:off x="0" y="0"/>
          <a:ext cx="0" cy="0"/>
          <a:chOff x="0" y="0"/>
          <a:chExt cx="0" cy="0"/>
        </a:xfrm>
      </p:grpSpPr>
      <p:pic>
        <p:nvPicPr>
          <p:cNvPr id="880" name="Google Shape;880;p33"/>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881" name="Google Shape;881;p33"/>
          <p:cNvGrpSpPr/>
          <p:nvPr/>
        </p:nvGrpSpPr>
        <p:grpSpPr>
          <a:xfrm>
            <a:off x="0" y="-25"/>
            <a:ext cx="9552075" cy="5143375"/>
            <a:chOff x="0" y="-25"/>
            <a:chExt cx="9552075" cy="5143375"/>
          </a:xfrm>
        </p:grpSpPr>
        <p:sp>
          <p:nvSpPr>
            <p:cNvPr id="882" name="Google Shape;882;p33"/>
            <p:cNvSpPr/>
            <p:nvPr/>
          </p:nvSpPr>
          <p:spPr>
            <a:xfrm>
              <a:off x="0" y="0"/>
              <a:ext cx="722400" cy="24021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3" name="Google Shape;883;p33"/>
            <p:cNvSpPr/>
            <p:nvPr/>
          </p:nvSpPr>
          <p:spPr>
            <a:xfrm flipH="1">
              <a:off x="6943500" y="4306950"/>
              <a:ext cx="2200500" cy="836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4" name="Google Shape;884;p33"/>
            <p:cNvSpPr/>
            <p:nvPr/>
          </p:nvSpPr>
          <p:spPr>
            <a:xfrm rot="10800000" flipH="1">
              <a:off x="0" y="-25"/>
              <a:ext cx="2263500" cy="8421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5" name="Google Shape;885;p33"/>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886" name="Google Shape;886;p33"/>
          <p:cNvGrpSpPr/>
          <p:nvPr/>
        </p:nvGrpSpPr>
        <p:grpSpPr>
          <a:xfrm>
            <a:off x="489563" y="-211525"/>
            <a:ext cx="8425113" cy="6291588"/>
            <a:chOff x="489563" y="-211525"/>
            <a:chExt cx="8425113" cy="6291588"/>
          </a:xfrm>
        </p:grpSpPr>
        <p:grpSp>
          <p:nvGrpSpPr>
            <p:cNvPr id="887" name="Google Shape;887;p33"/>
            <p:cNvGrpSpPr/>
            <p:nvPr/>
          </p:nvGrpSpPr>
          <p:grpSpPr>
            <a:xfrm>
              <a:off x="489563" y="4195813"/>
              <a:ext cx="1885275" cy="1884250"/>
              <a:chOff x="2609275" y="3149350"/>
              <a:chExt cx="1885275" cy="1884250"/>
            </a:xfrm>
          </p:grpSpPr>
          <p:sp>
            <p:nvSpPr>
              <p:cNvPr id="888" name="Google Shape;888;p3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3"/>
            <p:cNvGrpSpPr/>
            <p:nvPr/>
          </p:nvGrpSpPr>
          <p:grpSpPr>
            <a:xfrm>
              <a:off x="7928550" y="-211525"/>
              <a:ext cx="986125" cy="2095500"/>
              <a:chOff x="7631225" y="2241175"/>
              <a:chExt cx="986125" cy="2095500"/>
            </a:xfrm>
          </p:grpSpPr>
          <p:cxnSp>
            <p:nvCxnSpPr>
              <p:cNvPr id="908" name="Google Shape;908;p3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9" name="Google Shape;909;p3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0" name="Google Shape;910;p3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1" name="Google Shape;911;p3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2" name="Google Shape;912;p3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3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3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5" name="Google Shape;915;p3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6" name="Google Shape;916;p3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7" name="Google Shape;917;p3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8" name="Google Shape;918;p3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9" name="Google Shape;919;p3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0" name="Google Shape;920;p3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1" name="Google Shape;921;p33"/>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5" r:id="rId4"/>
    <p:sldLayoutId id="2147483658" r:id="rId5"/>
    <p:sldLayoutId id="2147483659" r:id="rId6"/>
    <p:sldLayoutId id="2147483661" r:id="rId7"/>
    <p:sldLayoutId id="2147483662" r:id="rId8"/>
    <p:sldLayoutId id="2147483663" r:id="rId9"/>
    <p:sldLayoutId id="2147483664" r:id="rId10"/>
    <p:sldLayoutId id="2147483666" r:id="rId11"/>
    <p:sldLayoutId id="2147483667" r:id="rId12"/>
    <p:sldLayoutId id="2147483668" r:id="rId13"/>
    <p:sldLayoutId id="2147483670" r:id="rId14"/>
    <p:sldLayoutId id="2147483671" r:id="rId15"/>
    <p:sldLayoutId id="2147483677" r:id="rId16"/>
    <p:sldLayoutId id="2147483678" r:id="rId17"/>
    <p:sldLayoutId id="214748367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37"/>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a:t>COB: MSBA 653 </a:t>
            </a:r>
            <a:r>
              <a:rPr lang="en" sz="3600" b="0" err="1"/>
              <a:t>TruSource</a:t>
            </a:r>
            <a:r>
              <a:rPr lang="en" sz="3600" b="0"/>
              <a:t> Report</a:t>
            </a:r>
            <a:endParaRPr sz="3600" b="0"/>
          </a:p>
        </p:txBody>
      </p:sp>
      <p:sp>
        <p:nvSpPr>
          <p:cNvPr id="933" name="Google Shape;933;p37"/>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a:t>Olivia </a:t>
            </a:r>
            <a:r>
              <a:rPr lang="en-US" sz="1400" err="1"/>
              <a:t>Ngueguim</a:t>
            </a:r>
            <a:r>
              <a:rPr lang="en-US" sz="1400"/>
              <a:t>, Samuel Ibikunle and Ugo Achara</a:t>
            </a:r>
          </a:p>
        </p:txBody>
      </p:sp>
      <p:grpSp>
        <p:nvGrpSpPr>
          <p:cNvPr id="934" name="Google Shape;934;p37"/>
          <p:cNvGrpSpPr/>
          <p:nvPr/>
        </p:nvGrpSpPr>
        <p:grpSpPr>
          <a:xfrm>
            <a:off x="5524419" y="2241175"/>
            <a:ext cx="3619432" cy="2902209"/>
            <a:chOff x="5524419" y="2241175"/>
            <a:chExt cx="3619432" cy="2902209"/>
          </a:xfrm>
        </p:grpSpPr>
        <p:grpSp>
          <p:nvGrpSpPr>
            <p:cNvPr id="935" name="Google Shape;935;p37"/>
            <p:cNvGrpSpPr/>
            <p:nvPr/>
          </p:nvGrpSpPr>
          <p:grpSpPr>
            <a:xfrm>
              <a:off x="5524419" y="4160759"/>
              <a:ext cx="3619432" cy="982624"/>
              <a:chOff x="4986600" y="4014825"/>
              <a:chExt cx="4157400" cy="1128675"/>
            </a:xfrm>
          </p:grpSpPr>
          <p:sp>
            <p:nvSpPr>
              <p:cNvPr id="936" name="Google Shape;936;p37"/>
              <p:cNvSpPr/>
              <p:nvPr/>
            </p:nvSpPr>
            <p:spPr>
              <a:xfrm flipH="1">
                <a:off x="5715000" y="4014825"/>
                <a:ext cx="34290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37" name="Google Shape;937;p37"/>
              <p:cNvSpPr/>
              <p:nvPr/>
            </p:nvSpPr>
            <p:spPr>
              <a:xfrm flipH="1">
                <a:off x="4986600" y="4527300"/>
                <a:ext cx="4157400" cy="6162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938" name="Google Shape;938;p37"/>
            <p:cNvGrpSpPr/>
            <p:nvPr/>
          </p:nvGrpSpPr>
          <p:grpSpPr>
            <a:xfrm>
              <a:off x="7631225" y="2241175"/>
              <a:ext cx="986125" cy="2095500"/>
              <a:chOff x="7631225" y="2241175"/>
              <a:chExt cx="986125" cy="2095500"/>
            </a:xfrm>
          </p:grpSpPr>
          <p:cxnSp>
            <p:nvCxnSpPr>
              <p:cNvPr id="939" name="Google Shape;939;p37"/>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0" name="Google Shape;940;p37"/>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1" name="Google Shape;941;p37"/>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2" name="Google Shape;942;p37"/>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3" name="Google Shape;943;p37"/>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4" name="Google Shape;944;p37"/>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5" name="Google Shape;945;p37"/>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6" name="Google Shape;946;p37"/>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7" name="Google Shape;947;p37"/>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8" name="Google Shape;948;p37"/>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9" name="Google Shape;949;p37"/>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0" name="Google Shape;950;p37"/>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1" name="Google Shape;951;p37"/>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2" name="Google Shape;952;p37"/>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953" name="Google Shape;953;p37"/>
          <p:cNvGrpSpPr/>
          <p:nvPr/>
        </p:nvGrpSpPr>
        <p:grpSpPr>
          <a:xfrm>
            <a:off x="-630087" y="1859288"/>
            <a:ext cx="2893588" cy="3284238"/>
            <a:chOff x="-630087" y="1859288"/>
            <a:chExt cx="2893588" cy="3284238"/>
          </a:xfrm>
        </p:grpSpPr>
        <p:sp>
          <p:nvSpPr>
            <p:cNvPr id="954" name="Google Shape;954;p37"/>
            <p:cNvSpPr/>
            <p:nvPr/>
          </p:nvSpPr>
          <p:spPr>
            <a:xfrm>
              <a:off x="0"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Maven Pro"/>
                <a:ea typeface="Maven Pro"/>
                <a:cs typeface="Maven Pro"/>
                <a:sym typeface="Maven Pro"/>
              </a:endParaRPr>
            </a:p>
          </p:txBody>
        </p:sp>
        <p:sp>
          <p:nvSpPr>
            <p:cNvPr id="955" name="Google Shape;955;p37"/>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956" name="Google Shape;956;p37"/>
            <p:cNvGrpSpPr/>
            <p:nvPr/>
          </p:nvGrpSpPr>
          <p:grpSpPr>
            <a:xfrm>
              <a:off x="-630087" y="1859288"/>
              <a:ext cx="1885275" cy="1884250"/>
              <a:chOff x="2609275" y="3149350"/>
              <a:chExt cx="1885275" cy="1884250"/>
            </a:xfrm>
          </p:grpSpPr>
          <p:sp>
            <p:nvSpPr>
              <p:cNvPr id="957" name="Google Shape;957;p3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6" name="Google Shape;976;p37"/>
          <p:cNvGrpSpPr/>
          <p:nvPr/>
        </p:nvGrpSpPr>
        <p:grpSpPr>
          <a:xfrm>
            <a:off x="5969750" y="-1678600"/>
            <a:ext cx="3756875" cy="2788075"/>
            <a:chOff x="5969750" y="-1678600"/>
            <a:chExt cx="3756875" cy="2788075"/>
          </a:xfrm>
        </p:grpSpPr>
        <p:sp>
          <p:nvSpPr>
            <p:cNvPr id="977" name="Google Shape;977;p37"/>
            <p:cNvSpPr/>
            <p:nvPr/>
          </p:nvSpPr>
          <p:spPr>
            <a:xfrm>
              <a:off x="7844125" y="896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78" name="Google Shape;978;p37"/>
            <p:cNvSpPr/>
            <p:nvPr/>
          </p:nvSpPr>
          <p:spPr>
            <a:xfrm rot="-5400000">
              <a:off x="5969750"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39"/>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993" name="Google Shape;993;p39"/>
          <p:cNvSpPr txBox="1">
            <a:spLocks noGrp="1"/>
          </p:cNvSpPr>
          <p:nvPr>
            <p:ph type="title" idx="2"/>
          </p:nvPr>
        </p:nvSpPr>
        <p:spPr>
          <a:xfrm>
            <a:off x="150931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94" name="Google Shape;994;p39"/>
          <p:cNvSpPr txBox="1">
            <a:spLocks noGrp="1"/>
          </p:cNvSpPr>
          <p:nvPr>
            <p:ph type="title" idx="3"/>
          </p:nvPr>
        </p:nvSpPr>
        <p:spPr>
          <a:xfrm>
            <a:off x="522506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995" name="Google Shape;995;p39"/>
          <p:cNvSpPr txBox="1">
            <a:spLocks noGrp="1"/>
          </p:cNvSpPr>
          <p:nvPr>
            <p:ph type="title" idx="4"/>
          </p:nvPr>
        </p:nvSpPr>
        <p:spPr>
          <a:xfrm>
            <a:off x="1509335"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96" name="Google Shape;996;p39"/>
          <p:cNvSpPr txBox="1">
            <a:spLocks noGrp="1"/>
          </p:cNvSpPr>
          <p:nvPr>
            <p:ph type="title" idx="5"/>
          </p:nvPr>
        </p:nvSpPr>
        <p:spPr>
          <a:xfrm>
            <a:off x="1509335"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97" name="Google Shape;997;p39"/>
          <p:cNvSpPr txBox="1">
            <a:spLocks noGrp="1"/>
          </p:cNvSpPr>
          <p:nvPr>
            <p:ph type="subTitle" idx="1"/>
          </p:nvPr>
        </p:nvSpPr>
        <p:spPr>
          <a:xfrm>
            <a:off x="2435423" y="1518150"/>
            <a:ext cx="1838262"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Case Background</a:t>
            </a:r>
            <a:endParaRPr/>
          </a:p>
        </p:txBody>
      </p:sp>
      <p:sp>
        <p:nvSpPr>
          <p:cNvPr id="998" name="Google Shape;998;p39"/>
          <p:cNvSpPr txBox="1">
            <a:spLocks noGrp="1"/>
          </p:cNvSpPr>
          <p:nvPr>
            <p:ph type="subTitle" idx="6"/>
          </p:nvPr>
        </p:nvSpPr>
        <p:spPr>
          <a:xfrm>
            <a:off x="6151049" y="1518150"/>
            <a:ext cx="1851571"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Modeling</a:t>
            </a:r>
            <a:endParaRPr/>
          </a:p>
        </p:txBody>
      </p:sp>
      <p:sp>
        <p:nvSpPr>
          <p:cNvPr id="999" name="Google Shape;999;p39"/>
          <p:cNvSpPr txBox="1">
            <a:spLocks noGrp="1"/>
          </p:cNvSpPr>
          <p:nvPr>
            <p:ph type="subTitle" idx="7"/>
          </p:nvPr>
        </p:nvSpPr>
        <p:spPr>
          <a:xfrm>
            <a:off x="2435422" y="2618825"/>
            <a:ext cx="1838262"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Data Overview</a:t>
            </a:r>
            <a:endParaRPr/>
          </a:p>
        </p:txBody>
      </p:sp>
      <p:sp>
        <p:nvSpPr>
          <p:cNvPr id="1000" name="Google Shape;1000;p39"/>
          <p:cNvSpPr txBox="1">
            <a:spLocks noGrp="1"/>
          </p:cNvSpPr>
          <p:nvPr>
            <p:ph type="subTitle" idx="8"/>
          </p:nvPr>
        </p:nvSpPr>
        <p:spPr>
          <a:xfrm>
            <a:off x="2435300" y="3719500"/>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EDA</a:t>
            </a:r>
            <a:endParaRPr/>
          </a:p>
        </p:txBody>
      </p:sp>
      <p:sp>
        <p:nvSpPr>
          <p:cNvPr id="1001" name="Google Shape;1001;p39"/>
          <p:cNvSpPr txBox="1">
            <a:spLocks noGrp="1"/>
          </p:cNvSpPr>
          <p:nvPr>
            <p:ph type="title" idx="9"/>
          </p:nvPr>
        </p:nvSpPr>
        <p:spPr>
          <a:xfrm>
            <a:off x="5224986"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1002" name="Google Shape;1002;p39"/>
          <p:cNvSpPr txBox="1">
            <a:spLocks noGrp="1"/>
          </p:cNvSpPr>
          <p:nvPr>
            <p:ph type="title" idx="13"/>
          </p:nvPr>
        </p:nvSpPr>
        <p:spPr>
          <a:xfrm>
            <a:off x="5224987"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1003" name="Google Shape;1003;p39"/>
          <p:cNvSpPr txBox="1">
            <a:spLocks noGrp="1"/>
          </p:cNvSpPr>
          <p:nvPr>
            <p:ph type="subTitle" idx="14"/>
          </p:nvPr>
        </p:nvSpPr>
        <p:spPr>
          <a:xfrm>
            <a:off x="6150960" y="2618825"/>
            <a:ext cx="2111065"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Segmentation</a:t>
            </a:r>
            <a:endParaRPr/>
          </a:p>
        </p:txBody>
      </p:sp>
      <p:sp>
        <p:nvSpPr>
          <p:cNvPr id="1004" name="Google Shape;1004;p39"/>
          <p:cNvSpPr txBox="1">
            <a:spLocks noGrp="1"/>
          </p:cNvSpPr>
          <p:nvPr>
            <p:ph type="subTitle" idx="15"/>
          </p:nvPr>
        </p:nvSpPr>
        <p:spPr>
          <a:xfrm>
            <a:off x="6163930" y="3719500"/>
            <a:ext cx="264933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Recommendation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5" name="Google Shape;985;p38"/>
          <p:cNvSpPr txBox="1"/>
          <p:nvPr/>
        </p:nvSpPr>
        <p:spPr>
          <a:xfrm>
            <a:off x="342595" y="719189"/>
            <a:ext cx="8312869" cy="3933183"/>
          </a:xfrm>
          <a:prstGeom prst="rect">
            <a:avLst/>
          </a:prstGeom>
          <a:noFill/>
          <a:ln>
            <a:noFill/>
          </a:ln>
        </p:spPr>
        <p:txBody>
          <a:bodyPr spcFirstLastPara="1" wrap="square" lIns="91425" tIns="91425" rIns="0" bIns="91425" anchor="t" anchorCtr="0">
            <a:noAutofit/>
          </a:bodyPr>
          <a:lstStyle/>
          <a:p>
            <a:pPr algn="just">
              <a:lnSpc>
                <a:spcPct val="150000"/>
              </a:lnSpc>
            </a:pPr>
            <a:r>
              <a:rPr lang="en">
                <a:solidFill>
                  <a:schemeClr val="dk1"/>
                </a:solidFill>
                <a:latin typeface="Maven Pro"/>
              </a:rPr>
              <a:t>Business lies in meeting customer needs, reflected through satisfaction, retention, and expansion. This analysis uses </a:t>
            </a:r>
            <a:r>
              <a:rPr lang="en" err="1">
                <a:solidFill>
                  <a:schemeClr val="dk1"/>
                </a:solidFill>
                <a:latin typeface="Maven Pro"/>
              </a:rPr>
              <a:t>TruSource’s</a:t>
            </a:r>
            <a:r>
              <a:rPr lang="en">
                <a:solidFill>
                  <a:schemeClr val="dk1"/>
                </a:solidFill>
                <a:latin typeface="Maven Pro"/>
              </a:rPr>
              <a:t> customer data to identify churn related behavior and develop a predictive model that supports </a:t>
            </a:r>
            <a:r>
              <a:rPr lang="en" err="1">
                <a:solidFill>
                  <a:schemeClr val="dk1"/>
                </a:solidFill>
                <a:latin typeface="Maven Pro"/>
              </a:rPr>
              <a:t>longterm</a:t>
            </a:r>
            <a:r>
              <a:rPr lang="en">
                <a:solidFill>
                  <a:schemeClr val="dk1"/>
                </a:solidFill>
                <a:latin typeface="Maven Pro"/>
              </a:rPr>
              <a:t> profitability and  attention across customer segments.</a:t>
            </a:r>
            <a:endParaRPr lang="en-US">
              <a:solidFill>
                <a:schemeClr val="dk1"/>
              </a:solidFill>
              <a:latin typeface="Maven Pro"/>
            </a:endParaRPr>
          </a:p>
          <a:p>
            <a:pPr algn="just">
              <a:lnSpc>
                <a:spcPct val="150000"/>
              </a:lnSpc>
            </a:pPr>
            <a:endParaRPr lang="en">
              <a:solidFill>
                <a:schemeClr val="dk1"/>
              </a:solidFill>
              <a:latin typeface="Maven Pro"/>
            </a:endParaRPr>
          </a:p>
          <a:p>
            <a:r>
              <a:rPr lang="en" b="1">
                <a:solidFill>
                  <a:schemeClr val="dk1"/>
                </a:solidFill>
                <a:latin typeface="Maven Pro"/>
              </a:rPr>
              <a:t>Business problem: Why churns matters</a:t>
            </a:r>
          </a:p>
          <a:p>
            <a:endParaRPr lang="en" b="1">
              <a:solidFill>
                <a:schemeClr val="dk1"/>
              </a:solidFill>
              <a:latin typeface="Maven Pro"/>
            </a:endParaRPr>
          </a:p>
          <a:p>
            <a:r>
              <a:rPr lang="en" b="1">
                <a:solidFill>
                  <a:schemeClr val="dk1"/>
                </a:solidFill>
                <a:latin typeface="Maven Pro"/>
              </a:rPr>
              <a:t>                                </a:t>
            </a:r>
            <a:r>
              <a:rPr lang="en">
                <a:solidFill>
                  <a:schemeClr val="dk1"/>
                </a:solidFill>
                <a:latin typeface="Maven Pro"/>
              </a:rPr>
              <a:t>Keeping existing customers is cheaper than finding new ones</a:t>
            </a:r>
          </a:p>
          <a:p>
            <a:endParaRPr lang="en">
              <a:solidFill>
                <a:schemeClr val="dk1"/>
              </a:solidFill>
              <a:latin typeface="Maven Pro"/>
            </a:endParaRPr>
          </a:p>
          <a:p>
            <a:r>
              <a:rPr lang="en">
                <a:solidFill>
                  <a:schemeClr val="dk1"/>
                </a:solidFill>
                <a:latin typeface="Maven Pro"/>
              </a:rPr>
              <a:t>                                High churn hurts revenue stability</a:t>
            </a:r>
          </a:p>
          <a:p>
            <a:endParaRPr lang="en">
              <a:solidFill>
                <a:schemeClr val="dk1"/>
              </a:solidFill>
              <a:latin typeface="Maven Pro"/>
            </a:endParaRPr>
          </a:p>
          <a:p>
            <a:endParaRPr lang="en">
              <a:solidFill>
                <a:schemeClr val="dk1"/>
              </a:solidFill>
              <a:latin typeface="Maven Pro"/>
            </a:endParaRPr>
          </a:p>
          <a:p>
            <a:r>
              <a:rPr lang="en">
                <a:solidFill>
                  <a:schemeClr val="dk1"/>
                </a:solidFill>
                <a:latin typeface="Maven Pro"/>
              </a:rPr>
              <a:t>                                Reducing churn increases the customer lifetime value and </a:t>
            </a:r>
            <a:r>
              <a:rPr lang="en" err="1">
                <a:solidFill>
                  <a:schemeClr val="dk1"/>
                </a:solidFill>
                <a:latin typeface="Maven Pro"/>
              </a:rPr>
              <a:t>longterm</a:t>
            </a:r>
            <a:r>
              <a:rPr lang="en">
                <a:solidFill>
                  <a:schemeClr val="dk1"/>
                </a:solidFill>
                <a:latin typeface="Maven Pro"/>
              </a:rPr>
              <a:t> growth</a:t>
            </a:r>
          </a:p>
          <a:p>
            <a:endParaRPr lang="en">
              <a:solidFill>
                <a:schemeClr val="dk1"/>
              </a:solidFill>
              <a:latin typeface="Maven Pro"/>
            </a:endParaRPr>
          </a:p>
          <a:p>
            <a:endParaRPr lang="en">
              <a:solidFill>
                <a:schemeClr val="dk1"/>
              </a:solidFill>
              <a:latin typeface="Maven Pro"/>
            </a:endParaRPr>
          </a:p>
          <a:p>
            <a:r>
              <a:rPr lang="en">
                <a:solidFill>
                  <a:schemeClr val="dk1"/>
                </a:solidFill>
                <a:latin typeface="Maven Pro"/>
              </a:rPr>
              <a:t>                                Early detection allows targeted retention efforts</a:t>
            </a:r>
          </a:p>
          <a:p>
            <a:endParaRPr lang="en" sz="1200">
              <a:solidFill>
                <a:schemeClr val="dk1"/>
              </a:solidFill>
            </a:endParaRPr>
          </a:p>
        </p:txBody>
      </p:sp>
      <p:pic>
        <p:nvPicPr>
          <p:cNvPr id="5" name="Picture 4" descr="A yellow bag with a dollar sign&#10;&#10;AI-generated content may be incorrect.">
            <a:extLst>
              <a:ext uri="{FF2B5EF4-FFF2-40B4-BE49-F238E27FC236}">
                <a16:creationId xmlns:a16="http://schemas.microsoft.com/office/drawing/2014/main" id="{7D3747B3-214F-F2F2-E8E0-B9824B96AB27}"/>
              </a:ext>
            </a:extLst>
          </p:cNvPr>
          <p:cNvPicPr>
            <a:picLocks noChangeAspect="1"/>
          </p:cNvPicPr>
          <p:nvPr/>
        </p:nvPicPr>
        <p:blipFill>
          <a:blip r:embed="rId3"/>
          <a:srcRect l="2273" r="6225" b="-526"/>
          <a:stretch>
            <a:fillRect/>
          </a:stretch>
        </p:blipFill>
        <p:spPr>
          <a:xfrm>
            <a:off x="1035949" y="2389048"/>
            <a:ext cx="789084" cy="597196"/>
          </a:xfrm>
          <a:prstGeom prst="rect">
            <a:avLst/>
          </a:prstGeom>
        </p:spPr>
      </p:pic>
      <p:pic>
        <p:nvPicPr>
          <p:cNvPr id="7" name="Picture 6" descr="A logo of a graph&#10;&#10;AI-generated content may be incorrect.">
            <a:extLst>
              <a:ext uri="{FF2B5EF4-FFF2-40B4-BE49-F238E27FC236}">
                <a16:creationId xmlns:a16="http://schemas.microsoft.com/office/drawing/2014/main" id="{CB063401-401D-EB94-7353-941EFA38323F}"/>
              </a:ext>
            </a:extLst>
          </p:cNvPr>
          <p:cNvPicPr>
            <a:picLocks noChangeAspect="1"/>
          </p:cNvPicPr>
          <p:nvPr/>
        </p:nvPicPr>
        <p:blipFill>
          <a:blip r:embed="rId4"/>
          <a:srcRect l="-2090" t="-620" r="19456" b="6635"/>
          <a:stretch>
            <a:fillRect/>
          </a:stretch>
        </p:blipFill>
        <p:spPr>
          <a:xfrm>
            <a:off x="1040195" y="2837487"/>
            <a:ext cx="837302" cy="603847"/>
          </a:xfrm>
          <a:prstGeom prst="rect">
            <a:avLst/>
          </a:prstGeom>
        </p:spPr>
      </p:pic>
      <p:pic>
        <p:nvPicPr>
          <p:cNvPr id="8" name="Picture 7" descr="A blue line in a white square with a blue line in the middle&#10;&#10;AI-generated content may be incorrect.">
            <a:extLst>
              <a:ext uri="{FF2B5EF4-FFF2-40B4-BE49-F238E27FC236}">
                <a16:creationId xmlns:a16="http://schemas.microsoft.com/office/drawing/2014/main" id="{A34EF335-4D0A-007D-A177-8FB106700070}"/>
              </a:ext>
            </a:extLst>
          </p:cNvPr>
          <p:cNvPicPr>
            <a:picLocks noChangeAspect="1"/>
          </p:cNvPicPr>
          <p:nvPr/>
        </p:nvPicPr>
        <p:blipFill>
          <a:blip r:embed="rId5"/>
          <a:stretch>
            <a:fillRect/>
          </a:stretch>
        </p:blipFill>
        <p:spPr>
          <a:xfrm>
            <a:off x="1038120" y="3436401"/>
            <a:ext cx="836465" cy="615620"/>
          </a:xfrm>
          <a:prstGeom prst="rect">
            <a:avLst/>
          </a:prstGeom>
        </p:spPr>
      </p:pic>
      <p:pic>
        <p:nvPicPr>
          <p:cNvPr id="9" name="Picture 8" descr="A blue and pink dart board&#10;&#10;AI-generated content may be incorrect.">
            <a:extLst>
              <a:ext uri="{FF2B5EF4-FFF2-40B4-BE49-F238E27FC236}">
                <a16:creationId xmlns:a16="http://schemas.microsoft.com/office/drawing/2014/main" id="{39E315A2-14D7-09A3-2CBB-9CF6A3868486}"/>
              </a:ext>
            </a:extLst>
          </p:cNvPr>
          <p:cNvPicPr>
            <a:picLocks noChangeAspect="1"/>
          </p:cNvPicPr>
          <p:nvPr/>
        </p:nvPicPr>
        <p:blipFill>
          <a:blip r:embed="rId6"/>
          <a:stretch>
            <a:fillRect/>
          </a:stretch>
        </p:blipFill>
        <p:spPr>
          <a:xfrm>
            <a:off x="1096088" y="4049491"/>
            <a:ext cx="739681" cy="604222"/>
          </a:xfrm>
          <a:prstGeom prst="rect">
            <a:avLst/>
          </a:prstGeom>
        </p:spPr>
      </p:pic>
      <p:sp>
        <p:nvSpPr>
          <p:cNvPr id="18" name="Google Shape;1056;p41">
            <a:extLst>
              <a:ext uri="{FF2B5EF4-FFF2-40B4-BE49-F238E27FC236}">
                <a16:creationId xmlns:a16="http://schemas.microsoft.com/office/drawing/2014/main" id="{0A6E2009-C0A9-71C2-FE13-164A60AAF6DC}"/>
              </a:ext>
            </a:extLst>
          </p:cNvPr>
          <p:cNvSpPr txBox="1">
            <a:spLocks noGrp="1"/>
          </p:cNvSpPr>
          <p:nvPr>
            <p:ph type="title"/>
          </p:nvPr>
        </p:nvSpPr>
        <p:spPr>
          <a:xfrm>
            <a:off x="1036942" y="109531"/>
            <a:ext cx="6485438" cy="604427"/>
          </a:xfrm>
          <a:prstGeom prst="rect">
            <a:avLst/>
          </a:prstGeom>
        </p:spPr>
        <p:txBody>
          <a:bodyPr spcFirstLastPara="1" wrap="square" lIns="91425" tIns="91425" rIns="91425" bIns="91425" anchor="t" anchorCtr="0">
            <a:noAutofit/>
          </a:bodyPr>
          <a:lstStyle/>
          <a:p>
            <a:pPr algn="ctr"/>
            <a:r>
              <a:rPr lang="en-US" sz="2800" b="1" baseline="0">
                <a:solidFill>
                  <a:srgbClr val="00094A"/>
                </a:solidFill>
                <a:latin typeface="Montserrat"/>
              </a:rPr>
              <a:t>Case Background</a:t>
            </a:r>
            <a:r>
              <a:rPr lang="en-US" sz="2800">
                <a:latin typeface="Montserrat"/>
                <a:ea typeface="Montserrat"/>
                <a:cs typeface="Montserrat"/>
              </a:rPr>
              <a:t>​</a:t>
            </a:r>
            <a:endParaRPr lang="en" sz="5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8">
          <a:extLst>
            <a:ext uri="{FF2B5EF4-FFF2-40B4-BE49-F238E27FC236}">
              <a16:creationId xmlns:a16="http://schemas.microsoft.com/office/drawing/2014/main" id="{8640DACA-9099-1805-3FCD-E4CC7C8F7709}"/>
            </a:ext>
          </a:extLst>
        </p:cNvPr>
        <p:cNvGrpSpPr/>
        <p:nvPr/>
      </p:nvGrpSpPr>
      <p:grpSpPr>
        <a:xfrm>
          <a:off x="0" y="0"/>
          <a:ext cx="0" cy="0"/>
          <a:chOff x="0" y="0"/>
          <a:chExt cx="0" cy="0"/>
        </a:xfrm>
      </p:grpSpPr>
      <p:sp>
        <p:nvSpPr>
          <p:cNvPr id="1629" name="Google Shape;1629;p67">
            <a:extLst>
              <a:ext uri="{FF2B5EF4-FFF2-40B4-BE49-F238E27FC236}">
                <a16:creationId xmlns:a16="http://schemas.microsoft.com/office/drawing/2014/main" id="{39C296D2-B4EE-77FB-ADF9-F52E0F29F45E}"/>
              </a:ext>
            </a:extLst>
          </p:cNvPr>
          <p:cNvSpPr/>
          <p:nvPr/>
        </p:nvSpPr>
        <p:spPr>
          <a:xfrm>
            <a:off x="1598832" y="2620398"/>
            <a:ext cx="720600" cy="720600"/>
          </a:xfrm>
          <a:prstGeom prst="round1Rect">
            <a:avLst>
              <a:gd name="adj" fmla="val 45778"/>
            </a:avLst>
          </a:prstGeom>
          <a:solidFill>
            <a:srgbClr val="63DBF5">
              <a:alpha val="68990"/>
            </a:srgbClr>
          </a:solidFill>
          <a:ln>
            <a:noFill/>
          </a:ln>
        </p:spPr>
        <p:txBody>
          <a:bodyPr spcFirstLastPara="1" wrap="square" lIns="91425" tIns="91425" rIns="0" bIns="91425" anchor="ctr" anchorCtr="0">
            <a:noAutofit/>
          </a:bodyPr>
          <a:lstStyle/>
          <a:p>
            <a:pPr marL="0" lvl="0" indent="0" algn="ctr" rtl="0">
              <a:spcBef>
                <a:spcPts val="0"/>
              </a:spcBef>
              <a:spcAft>
                <a:spcPts val="0"/>
              </a:spcAft>
              <a:buNone/>
            </a:pPr>
            <a:r>
              <a:rPr lang="en" b="1">
                <a:solidFill>
                  <a:schemeClr val="dk1"/>
                </a:solidFill>
                <a:latin typeface="Montserrat"/>
                <a:ea typeface="Montserrat"/>
                <a:cs typeface="Montserrat"/>
                <a:sym typeface="Montserrat"/>
              </a:rPr>
              <a:t>0.14%</a:t>
            </a:r>
            <a:endParaRPr b="1">
              <a:solidFill>
                <a:schemeClr val="dk1"/>
              </a:solidFill>
              <a:latin typeface="Montserrat"/>
              <a:ea typeface="Montserrat"/>
              <a:cs typeface="Montserrat"/>
              <a:sym typeface="Montserrat"/>
            </a:endParaRPr>
          </a:p>
        </p:txBody>
      </p:sp>
      <p:sp>
        <p:nvSpPr>
          <p:cNvPr id="1630" name="Google Shape;1630;p67">
            <a:extLst>
              <a:ext uri="{FF2B5EF4-FFF2-40B4-BE49-F238E27FC236}">
                <a16:creationId xmlns:a16="http://schemas.microsoft.com/office/drawing/2014/main" id="{84104FB2-ED49-D440-E92B-D85BE798C8C5}"/>
              </a:ext>
            </a:extLst>
          </p:cNvPr>
          <p:cNvSpPr/>
          <p:nvPr/>
        </p:nvSpPr>
        <p:spPr>
          <a:xfrm>
            <a:off x="4211731" y="2620398"/>
            <a:ext cx="720600" cy="720600"/>
          </a:xfrm>
          <a:prstGeom prst="round1Rect">
            <a:avLst>
              <a:gd name="adj" fmla="val 50000"/>
            </a:avLst>
          </a:prstGeom>
          <a:solidFill>
            <a:srgbClr val="006DF5">
              <a:alpha val="40510"/>
            </a:srgbClr>
          </a:solidFill>
          <a:ln>
            <a:noFill/>
          </a:ln>
        </p:spPr>
        <p:txBody>
          <a:bodyPr spcFirstLastPara="1" wrap="square" lIns="91425" tIns="91425" rIns="0" bIns="91425" anchor="ctr" anchorCtr="0">
            <a:noAutofit/>
          </a:bodyPr>
          <a:lstStyle/>
          <a:p>
            <a:pPr marL="0" lvl="0" indent="0" algn="ctr" rtl="0">
              <a:spcBef>
                <a:spcPts val="0"/>
              </a:spcBef>
              <a:spcAft>
                <a:spcPts val="0"/>
              </a:spcAft>
              <a:buNone/>
            </a:pPr>
            <a:r>
              <a:rPr lang="en" b="1">
                <a:solidFill>
                  <a:schemeClr val="dk2"/>
                </a:solidFill>
                <a:latin typeface="Montserrat"/>
                <a:ea typeface="Montserrat"/>
                <a:cs typeface="Montserrat"/>
                <a:sym typeface="Montserrat"/>
              </a:rPr>
              <a:t>21.5%</a:t>
            </a:r>
            <a:endParaRPr lang="en-US">
              <a:solidFill>
                <a:schemeClr val="dk2"/>
              </a:solidFill>
              <a:latin typeface="Montserrat"/>
              <a:ea typeface="Montserrat"/>
              <a:cs typeface="Montserrat"/>
            </a:endParaRPr>
          </a:p>
        </p:txBody>
      </p:sp>
      <p:sp>
        <p:nvSpPr>
          <p:cNvPr id="1631" name="Google Shape;1631;p67">
            <a:extLst>
              <a:ext uri="{FF2B5EF4-FFF2-40B4-BE49-F238E27FC236}">
                <a16:creationId xmlns:a16="http://schemas.microsoft.com/office/drawing/2014/main" id="{97D62D44-AE53-66B5-4796-A8BC0F3E870B}"/>
              </a:ext>
            </a:extLst>
          </p:cNvPr>
          <p:cNvSpPr/>
          <p:nvPr/>
        </p:nvSpPr>
        <p:spPr>
          <a:xfrm>
            <a:off x="6824628" y="2620398"/>
            <a:ext cx="720600" cy="720600"/>
          </a:xfrm>
          <a:prstGeom prst="round1Rect">
            <a:avLst>
              <a:gd name="adj" fmla="val 50000"/>
            </a:avLst>
          </a:prstGeom>
          <a:solidFill>
            <a:srgbClr val="516CEE">
              <a:alpha val="60759"/>
            </a:srgbClr>
          </a:solidFill>
          <a:ln>
            <a:noFill/>
          </a:ln>
        </p:spPr>
        <p:txBody>
          <a:bodyPr spcFirstLastPara="1" wrap="square" lIns="91425" tIns="91425" rIns="0" bIns="91425" anchor="ctr" anchorCtr="0">
            <a:noAutofit/>
          </a:bodyPr>
          <a:lstStyle/>
          <a:p>
            <a:pPr marL="0" lvl="0" indent="0" algn="ctr" rtl="0">
              <a:spcBef>
                <a:spcPts val="0"/>
              </a:spcBef>
              <a:spcAft>
                <a:spcPts val="0"/>
              </a:spcAft>
              <a:buNone/>
            </a:pPr>
            <a:r>
              <a:rPr lang="en" b="1">
                <a:solidFill>
                  <a:schemeClr val="dk2"/>
                </a:solidFill>
                <a:latin typeface="Montserrat"/>
                <a:ea typeface="Montserrat"/>
                <a:cs typeface="Montserrat"/>
                <a:sym typeface="Montserrat"/>
              </a:rPr>
              <a:t>55.1%</a:t>
            </a:r>
            <a:endParaRPr>
              <a:solidFill>
                <a:schemeClr val="dk2"/>
              </a:solidFill>
              <a:latin typeface="Montserrat"/>
              <a:ea typeface="Montserrat"/>
              <a:cs typeface="Montserrat"/>
              <a:sym typeface="Montserrat"/>
            </a:endParaRPr>
          </a:p>
        </p:txBody>
      </p:sp>
      <p:sp>
        <p:nvSpPr>
          <p:cNvPr id="1633" name="Google Shape;1633;p67">
            <a:extLst>
              <a:ext uri="{FF2B5EF4-FFF2-40B4-BE49-F238E27FC236}">
                <a16:creationId xmlns:a16="http://schemas.microsoft.com/office/drawing/2014/main" id="{5D620DF9-5AA3-D2C6-23BF-06EC725CC71A}"/>
              </a:ext>
            </a:extLst>
          </p:cNvPr>
          <p:cNvSpPr txBox="1">
            <a:spLocks noGrp="1"/>
          </p:cNvSpPr>
          <p:nvPr>
            <p:ph type="title"/>
          </p:nvPr>
        </p:nvSpPr>
        <p:spPr>
          <a:xfrm>
            <a:off x="495931" y="151312"/>
            <a:ext cx="7699200" cy="572700"/>
          </a:xfrm>
          <a:prstGeom prst="rect">
            <a:avLst/>
          </a:prstGeom>
        </p:spPr>
        <p:txBody>
          <a:bodyPr spcFirstLastPara="1" wrap="square" lIns="91425" tIns="91425" rIns="91425" bIns="91425" anchor="t" anchorCtr="0">
            <a:noAutofit/>
          </a:bodyPr>
          <a:lstStyle/>
          <a:p>
            <a:pPr algn="ctr"/>
            <a:r>
              <a:rPr lang="en"/>
              <a:t>Data Overview</a:t>
            </a:r>
            <a:br>
              <a:rPr lang="en"/>
            </a:br>
            <a:br>
              <a:rPr lang="en"/>
            </a:br>
            <a:br>
              <a:rPr lang="en"/>
            </a:br>
            <a:br>
              <a:rPr lang="en"/>
            </a:br>
            <a:endParaRPr lang="en"/>
          </a:p>
        </p:txBody>
      </p:sp>
      <p:sp>
        <p:nvSpPr>
          <p:cNvPr id="1634" name="Google Shape;1634;p67">
            <a:extLst>
              <a:ext uri="{FF2B5EF4-FFF2-40B4-BE49-F238E27FC236}">
                <a16:creationId xmlns:a16="http://schemas.microsoft.com/office/drawing/2014/main" id="{3288267D-2B85-2749-618E-4EDC53FF0563}"/>
              </a:ext>
            </a:extLst>
          </p:cNvPr>
          <p:cNvSpPr/>
          <p:nvPr/>
        </p:nvSpPr>
        <p:spPr>
          <a:xfrm>
            <a:off x="2196151" y="1484513"/>
            <a:ext cx="1564420" cy="578774"/>
          </a:xfrm>
          <a:prstGeom prst="round2SameRect">
            <a:avLst>
              <a:gd name="adj1" fmla="val 50000"/>
              <a:gd name="adj2" fmla="val 0"/>
            </a:avLst>
          </a:prstGeom>
          <a:solidFill>
            <a:srgbClr val="63DBF5">
              <a:alpha val="68990"/>
            </a:srgbClr>
          </a:solidFill>
          <a:ln>
            <a:noFill/>
          </a:ln>
        </p:spPr>
        <p:txBody>
          <a:bodyPr spcFirstLastPara="1" wrap="square" lIns="91425" tIns="91425" rIns="91425" bIns="91425" anchor="ctr" anchorCtr="0">
            <a:noAutofit/>
          </a:bodyPr>
          <a:lstStyle/>
          <a:p>
            <a:pPr algn="ctr"/>
            <a:r>
              <a:rPr lang="en-US">
                <a:latin typeface="Maven Pro"/>
              </a:rPr>
              <a:t>Total billed</a:t>
            </a:r>
            <a:endParaRPr lang="en-US"/>
          </a:p>
        </p:txBody>
      </p:sp>
      <p:sp>
        <p:nvSpPr>
          <p:cNvPr id="1637" name="Google Shape;1637;p67">
            <a:extLst>
              <a:ext uri="{FF2B5EF4-FFF2-40B4-BE49-F238E27FC236}">
                <a16:creationId xmlns:a16="http://schemas.microsoft.com/office/drawing/2014/main" id="{934E844D-2147-D84F-320D-649F4B09EC38}"/>
              </a:ext>
            </a:extLst>
          </p:cNvPr>
          <p:cNvSpPr txBox="1"/>
          <p:nvPr/>
        </p:nvSpPr>
        <p:spPr>
          <a:xfrm>
            <a:off x="3324498" y="3431624"/>
            <a:ext cx="2473500" cy="720600"/>
          </a:xfrm>
          <a:prstGeom prst="rect">
            <a:avLst/>
          </a:prstGeom>
          <a:noFill/>
          <a:ln>
            <a:noFill/>
          </a:ln>
        </p:spPr>
        <p:txBody>
          <a:bodyPr spcFirstLastPara="1" wrap="square" lIns="91425" tIns="91425" rIns="91425" bIns="91425" anchor="t" anchorCtr="0">
            <a:noAutofit/>
          </a:bodyPr>
          <a:lstStyle/>
          <a:p>
            <a:pPr algn="ctr"/>
            <a:r>
              <a:rPr lang="en" sz="1500">
                <a:solidFill>
                  <a:schemeClr val="dk1"/>
                </a:solidFill>
                <a:latin typeface="Maven Pro"/>
                <a:ea typeface="Maven Pro"/>
                <a:cs typeface="Maven Pro"/>
                <a:sym typeface="Maven Pro"/>
              </a:rPr>
              <a:t>Missing values labelled as unknown tech</a:t>
            </a:r>
            <a:endParaRPr lang="en" sz="1200">
              <a:solidFill>
                <a:schemeClr val="dk1"/>
              </a:solidFill>
              <a:latin typeface="Maven Pro"/>
              <a:ea typeface="Maven Pro"/>
              <a:cs typeface="Maven Pro"/>
            </a:endParaRPr>
          </a:p>
        </p:txBody>
      </p:sp>
      <p:sp>
        <p:nvSpPr>
          <p:cNvPr id="1638" name="Google Shape;1638;p67">
            <a:extLst>
              <a:ext uri="{FF2B5EF4-FFF2-40B4-BE49-F238E27FC236}">
                <a16:creationId xmlns:a16="http://schemas.microsoft.com/office/drawing/2014/main" id="{7DE0204A-8182-38E8-8371-19CFFFDFB3CA}"/>
              </a:ext>
            </a:extLst>
          </p:cNvPr>
          <p:cNvSpPr txBox="1"/>
          <p:nvPr/>
        </p:nvSpPr>
        <p:spPr>
          <a:xfrm>
            <a:off x="5948178" y="3431626"/>
            <a:ext cx="2473500" cy="720600"/>
          </a:xfrm>
          <a:prstGeom prst="rect">
            <a:avLst/>
          </a:prstGeom>
          <a:noFill/>
          <a:ln>
            <a:noFill/>
          </a:ln>
        </p:spPr>
        <p:txBody>
          <a:bodyPr spcFirstLastPara="1" wrap="square" lIns="91425" tIns="91425" rIns="91425" bIns="91425" anchor="t" anchorCtr="0">
            <a:noAutofit/>
          </a:bodyPr>
          <a:lstStyle/>
          <a:p>
            <a:pPr algn="r"/>
            <a:r>
              <a:rPr lang="en" sz="1500">
                <a:solidFill>
                  <a:schemeClr val="dk1"/>
                </a:solidFill>
                <a:latin typeface="Maven Pro"/>
                <a:ea typeface="Maven Pro"/>
                <a:cs typeface="Maven Pro"/>
                <a:sym typeface="Maven Pro"/>
              </a:rPr>
              <a:t>Missing values treated as no offer received</a:t>
            </a:r>
            <a:endParaRPr lang="en" sz="1500">
              <a:solidFill>
                <a:schemeClr val="dk1"/>
              </a:solidFill>
              <a:latin typeface="Maven Pro"/>
              <a:ea typeface="Maven Pro"/>
              <a:cs typeface="Maven Pro"/>
            </a:endParaRPr>
          </a:p>
        </p:txBody>
      </p:sp>
      <p:sp>
        <p:nvSpPr>
          <p:cNvPr id="1641" name="Google Shape;1641;p67">
            <a:extLst>
              <a:ext uri="{FF2B5EF4-FFF2-40B4-BE49-F238E27FC236}">
                <a16:creationId xmlns:a16="http://schemas.microsoft.com/office/drawing/2014/main" id="{EC2A6E4F-BF15-238B-855C-EFEF9284D163}"/>
              </a:ext>
            </a:extLst>
          </p:cNvPr>
          <p:cNvSpPr/>
          <p:nvPr/>
        </p:nvSpPr>
        <p:spPr>
          <a:xfrm>
            <a:off x="5827247" y="1485614"/>
            <a:ext cx="1402675" cy="587355"/>
          </a:xfrm>
          <a:prstGeom prst="round2SameRect">
            <a:avLst>
              <a:gd name="adj1" fmla="val 50000"/>
              <a:gd name="adj2" fmla="val 0"/>
            </a:avLst>
          </a:prstGeom>
          <a:solidFill>
            <a:srgbClr val="516CEE">
              <a:alpha val="60759"/>
            </a:srgbClr>
          </a:solidFill>
          <a:ln>
            <a:noFill/>
          </a:ln>
        </p:spPr>
        <p:txBody>
          <a:bodyPr spcFirstLastPara="1" wrap="square" lIns="91425" tIns="91425" rIns="91425" bIns="91425" anchor="ctr" anchorCtr="0">
            <a:noAutofit/>
          </a:bodyPr>
          <a:lstStyle/>
          <a:p>
            <a:pPr algn="ctr"/>
            <a:r>
              <a:rPr lang="en-US">
                <a:latin typeface="Maven Pro"/>
                <a:ea typeface="Maven Pro"/>
                <a:cs typeface="Maven Pro"/>
              </a:rPr>
              <a:t>Recent offer</a:t>
            </a:r>
            <a:endParaRPr>
              <a:latin typeface="Maven Pro"/>
              <a:ea typeface="Maven Pro"/>
              <a:cs typeface="Maven Pro"/>
              <a:sym typeface="Maven Pro"/>
            </a:endParaRPr>
          </a:p>
        </p:txBody>
      </p:sp>
      <p:sp>
        <p:nvSpPr>
          <p:cNvPr id="1642" name="Google Shape;1642;p67">
            <a:extLst>
              <a:ext uri="{FF2B5EF4-FFF2-40B4-BE49-F238E27FC236}">
                <a16:creationId xmlns:a16="http://schemas.microsoft.com/office/drawing/2014/main" id="{E48C9FBF-528C-75B4-44D6-3B7FED2D9D36}"/>
              </a:ext>
            </a:extLst>
          </p:cNvPr>
          <p:cNvSpPr/>
          <p:nvPr/>
        </p:nvSpPr>
        <p:spPr>
          <a:xfrm>
            <a:off x="3758375" y="1482392"/>
            <a:ext cx="2071506" cy="572383"/>
          </a:xfrm>
          <a:prstGeom prst="rect">
            <a:avLst/>
          </a:prstGeom>
          <a:solidFill>
            <a:srgbClr val="006DF5">
              <a:alpha val="40510"/>
            </a:srgbClr>
          </a:solidFill>
          <a:ln>
            <a:noFill/>
          </a:ln>
        </p:spPr>
        <p:txBody>
          <a:bodyPr spcFirstLastPara="1" wrap="square" lIns="91425" tIns="91425" rIns="91425" bIns="91425" anchor="ctr" anchorCtr="0">
            <a:noAutofit/>
          </a:bodyPr>
          <a:lstStyle/>
          <a:p>
            <a:pPr algn="ctr"/>
            <a:r>
              <a:rPr lang="en-US">
                <a:latin typeface="Maven Pro"/>
                <a:ea typeface="Maven Pro"/>
                <a:cs typeface="Maven Pro"/>
              </a:rPr>
              <a:t>Internet tech</a:t>
            </a:r>
            <a:endParaRPr>
              <a:latin typeface="Maven Pro"/>
              <a:ea typeface="Maven Pro"/>
              <a:cs typeface="Maven Pro"/>
              <a:sym typeface="Maven Pro"/>
            </a:endParaRPr>
          </a:p>
        </p:txBody>
      </p:sp>
      <p:cxnSp>
        <p:nvCxnSpPr>
          <p:cNvPr id="1643" name="Google Shape;1643;p67">
            <a:extLst>
              <a:ext uri="{FF2B5EF4-FFF2-40B4-BE49-F238E27FC236}">
                <a16:creationId xmlns:a16="http://schemas.microsoft.com/office/drawing/2014/main" id="{A6DD375F-8452-CC54-CAFE-39B5BB6EC145}"/>
              </a:ext>
            </a:extLst>
          </p:cNvPr>
          <p:cNvCxnSpPr>
            <a:stCxn id="1629" idx="0"/>
            <a:endCxn id="1634" idx="2"/>
          </p:cNvCxnSpPr>
          <p:nvPr/>
        </p:nvCxnSpPr>
        <p:spPr>
          <a:xfrm rot="5400000" flipH="1" flipV="1">
            <a:off x="1654392" y="2078640"/>
            <a:ext cx="846498" cy="237019"/>
          </a:xfrm>
          <a:prstGeom prst="bentConnector2">
            <a:avLst/>
          </a:prstGeom>
          <a:noFill/>
          <a:ln w="9525" cap="flat" cmpd="sng">
            <a:solidFill>
              <a:schemeClr val="lt2"/>
            </a:solidFill>
            <a:prstDash val="solid"/>
            <a:round/>
            <a:headEnd type="none" w="med" len="med"/>
            <a:tailEnd type="none" w="med" len="med"/>
          </a:ln>
        </p:spPr>
      </p:cxnSp>
      <p:cxnSp>
        <p:nvCxnSpPr>
          <p:cNvPr id="1644" name="Google Shape;1644;p67">
            <a:extLst>
              <a:ext uri="{FF2B5EF4-FFF2-40B4-BE49-F238E27FC236}">
                <a16:creationId xmlns:a16="http://schemas.microsoft.com/office/drawing/2014/main" id="{22F875CE-C8C5-63D5-D8DF-99ACC982AE60}"/>
              </a:ext>
            </a:extLst>
          </p:cNvPr>
          <p:cNvCxnSpPr>
            <a:stCxn id="1630" idx="0"/>
            <a:endCxn id="1642" idx="2"/>
          </p:cNvCxnSpPr>
          <p:nvPr/>
        </p:nvCxnSpPr>
        <p:spPr>
          <a:xfrm rot="5400000" flipH="1" flipV="1">
            <a:off x="4400268" y="2226539"/>
            <a:ext cx="565623" cy="222097"/>
          </a:xfrm>
          <a:prstGeom prst="bentConnector3">
            <a:avLst>
              <a:gd name="adj1" fmla="val 50000"/>
            </a:avLst>
          </a:prstGeom>
          <a:noFill/>
          <a:ln w="9525" cap="flat" cmpd="sng">
            <a:solidFill>
              <a:schemeClr val="lt2"/>
            </a:solidFill>
            <a:prstDash val="solid"/>
            <a:round/>
            <a:headEnd type="none" w="med" len="med"/>
            <a:tailEnd type="none" w="med" len="med"/>
          </a:ln>
        </p:spPr>
      </p:cxnSp>
      <p:cxnSp>
        <p:nvCxnSpPr>
          <p:cNvPr id="1645" name="Google Shape;1645;p67">
            <a:extLst>
              <a:ext uri="{FF2B5EF4-FFF2-40B4-BE49-F238E27FC236}">
                <a16:creationId xmlns:a16="http://schemas.microsoft.com/office/drawing/2014/main" id="{FCB82DE8-E9CF-5DB7-C51F-A1E385FA2C80}"/>
              </a:ext>
            </a:extLst>
          </p:cNvPr>
          <p:cNvCxnSpPr>
            <a:stCxn id="1631" idx="0"/>
            <a:endCxn id="1641" idx="0"/>
          </p:cNvCxnSpPr>
          <p:nvPr/>
        </p:nvCxnSpPr>
        <p:spPr>
          <a:xfrm rot="5400000" flipH="1" flipV="1">
            <a:off x="6786872" y="2177348"/>
            <a:ext cx="841106" cy="44994"/>
          </a:xfrm>
          <a:prstGeom prst="bentConnector4">
            <a:avLst>
              <a:gd name="adj1" fmla="val 32542"/>
              <a:gd name="adj2" fmla="val 608068"/>
            </a:avLst>
          </a:prstGeom>
          <a:noFill/>
          <a:ln w="9525" cap="flat" cmpd="sng">
            <a:solidFill>
              <a:schemeClr val="lt2"/>
            </a:solidFill>
            <a:prstDash val="solid"/>
            <a:round/>
            <a:headEnd type="none" w="med" len="med"/>
            <a:tailEnd type="none" w="med" len="med"/>
          </a:ln>
        </p:spPr>
      </p:cxnSp>
      <p:sp>
        <p:nvSpPr>
          <p:cNvPr id="3" name="Google Shape;1637;p67">
            <a:extLst>
              <a:ext uri="{FF2B5EF4-FFF2-40B4-BE49-F238E27FC236}">
                <a16:creationId xmlns:a16="http://schemas.microsoft.com/office/drawing/2014/main" id="{24722FED-79C0-949A-3FE0-D17C5C3BC409}"/>
              </a:ext>
            </a:extLst>
          </p:cNvPr>
          <p:cNvSpPr txBox="1"/>
          <p:nvPr/>
        </p:nvSpPr>
        <p:spPr>
          <a:xfrm>
            <a:off x="499347" y="3431624"/>
            <a:ext cx="2473500" cy="860779"/>
          </a:xfrm>
          <a:prstGeom prst="rect">
            <a:avLst/>
          </a:prstGeom>
          <a:noFill/>
          <a:ln>
            <a:noFill/>
          </a:ln>
        </p:spPr>
        <p:txBody>
          <a:bodyPr spcFirstLastPara="1" wrap="square" lIns="91425" tIns="91425" rIns="91425" bIns="91425" anchor="t" anchorCtr="0">
            <a:noAutofit/>
          </a:bodyPr>
          <a:lstStyle/>
          <a:p>
            <a:r>
              <a:rPr lang="en" sz="1500">
                <a:solidFill>
                  <a:schemeClr val="dk1"/>
                </a:solidFill>
                <a:latin typeface="Maven Pro"/>
                <a:ea typeface="Maven Pro"/>
                <a:cs typeface="Maven Pro"/>
              </a:rPr>
              <a:t>Used average total billed to preserve financial accuracy</a:t>
            </a:r>
          </a:p>
        </p:txBody>
      </p:sp>
      <p:sp>
        <p:nvSpPr>
          <p:cNvPr id="5" name="Google Shape;1633;p67">
            <a:extLst>
              <a:ext uri="{FF2B5EF4-FFF2-40B4-BE49-F238E27FC236}">
                <a16:creationId xmlns:a16="http://schemas.microsoft.com/office/drawing/2014/main" id="{3D7ED71A-CEF8-1EE8-CCAD-B5C38C51DC43}"/>
              </a:ext>
            </a:extLst>
          </p:cNvPr>
          <p:cNvSpPr txBox="1">
            <a:spLocks/>
          </p:cNvSpPr>
          <p:nvPr/>
        </p:nvSpPr>
        <p:spPr>
          <a:xfrm>
            <a:off x="497369" y="551722"/>
            <a:ext cx="8292266" cy="7344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pPr>
              <a:lnSpc>
                <a:spcPct val="150000"/>
              </a:lnSpc>
            </a:pPr>
            <a:r>
              <a:rPr lang="en" sz="1500" b="0">
                <a:latin typeface="Maven Pro"/>
              </a:rPr>
              <a:t>Dataset includes 5636 customers with 36 features covering services, demographics and billing history, with some missing values represented below.</a:t>
            </a:r>
            <a:endParaRPr lang="en-US"/>
          </a:p>
          <a:p>
            <a:br>
              <a:rPr lang="en"/>
            </a:br>
            <a:br>
              <a:rPr lang="en"/>
            </a:br>
            <a:endParaRPr lang="en"/>
          </a:p>
          <a:p>
            <a:endParaRPr lang="en"/>
          </a:p>
          <a:p>
            <a:br>
              <a:rPr lang="en"/>
            </a:br>
            <a:br>
              <a:rPr lang="en"/>
            </a:br>
            <a:endParaRPr lang="en"/>
          </a:p>
        </p:txBody>
      </p:sp>
    </p:spTree>
    <p:extLst>
      <p:ext uri="{BB962C8B-B14F-4D97-AF65-F5344CB8AC3E}">
        <p14:creationId xmlns:p14="http://schemas.microsoft.com/office/powerpoint/2010/main" val="398317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40"/>
          <p:cNvSpPr txBox="1">
            <a:spLocks noGrp="1"/>
          </p:cNvSpPr>
          <p:nvPr>
            <p:ph type="title"/>
          </p:nvPr>
        </p:nvSpPr>
        <p:spPr>
          <a:xfrm>
            <a:off x="1180184" y="496409"/>
            <a:ext cx="5849916" cy="509068"/>
          </a:xfrm>
          <a:prstGeom prst="rect">
            <a:avLst/>
          </a:prstGeom>
        </p:spPr>
        <p:txBody>
          <a:bodyPr spcFirstLastPara="1" wrap="square" lIns="91425" tIns="91425" rIns="91425" bIns="91425" anchor="b" anchorCtr="0">
            <a:noAutofit/>
          </a:bodyPr>
          <a:lstStyle/>
          <a:p>
            <a:r>
              <a:rPr lang="en" sz="2800"/>
              <a:t>Exploratory Data Analysis(1/4)</a:t>
            </a:r>
          </a:p>
        </p:txBody>
      </p:sp>
      <p:grpSp>
        <p:nvGrpSpPr>
          <p:cNvPr id="1011" name="Google Shape;1011;p40"/>
          <p:cNvGrpSpPr/>
          <p:nvPr/>
        </p:nvGrpSpPr>
        <p:grpSpPr>
          <a:xfrm>
            <a:off x="-218875" y="-50400"/>
            <a:ext cx="1882500" cy="2095500"/>
            <a:chOff x="-218875" y="-50400"/>
            <a:chExt cx="1882500" cy="2095500"/>
          </a:xfrm>
        </p:grpSpPr>
        <p:sp>
          <p:nvSpPr>
            <p:cNvPr id="1012" name="Google Shape;1012;p40"/>
            <p:cNvSpPr/>
            <p:nvPr/>
          </p:nvSpPr>
          <p:spPr>
            <a:xfrm>
              <a:off x="-218875" y="8908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013" name="Google Shape;1013;p40"/>
            <p:cNvGrpSpPr/>
            <p:nvPr/>
          </p:nvGrpSpPr>
          <p:grpSpPr>
            <a:xfrm>
              <a:off x="229313" y="-50400"/>
              <a:ext cx="986125" cy="2095500"/>
              <a:chOff x="7631225" y="2241175"/>
              <a:chExt cx="986125" cy="2095500"/>
            </a:xfrm>
          </p:grpSpPr>
          <p:cxnSp>
            <p:nvCxnSpPr>
              <p:cNvPr id="1014" name="Google Shape;1014;p4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5" name="Google Shape;1015;p4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6" name="Google Shape;1016;p4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7" name="Google Shape;1017;p4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8" name="Google Shape;1018;p4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9" name="Google Shape;1019;p4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0" name="Google Shape;1020;p4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1" name="Google Shape;1021;p4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2" name="Google Shape;1022;p4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3" name="Google Shape;1023;p4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4" name="Google Shape;1024;p4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5" name="Google Shape;1025;p4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6" name="Google Shape;1026;p4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7" name="Google Shape;1027;p4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1028" name="Google Shape;1028;p40"/>
          <p:cNvGrpSpPr/>
          <p:nvPr/>
        </p:nvGrpSpPr>
        <p:grpSpPr>
          <a:xfrm>
            <a:off x="2906038" y="4336663"/>
            <a:ext cx="1885275" cy="1884250"/>
            <a:chOff x="2609275" y="3149350"/>
            <a:chExt cx="1885275" cy="1884250"/>
          </a:xfrm>
        </p:grpSpPr>
        <p:sp>
          <p:nvSpPr>
            <p:cNvPr id="1029" name="Google Shape;1029;p4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0"/>
          <p:cNvGrpSpPr/>
          <p:nvPr/>
        </p:nvGrpSpPr>
        <p:grpSpPr>
          <a:xfrm>
            <a:off x="6406216" y="-3257"/>
            <a:ext cx="2737784" cy="1007516"/>
            <a:chOff x="5274000" y="-24823"/>
            <a:chExt cx="3870000" cy="1050648"/>
          </a:xfrm>
        </p:grpSpPr>
        <p:sp>
          <p:nvSpPr>
            <p:cNvPr id="1049" name="Google Shape;1049;p40"/>
            <p:cNvSpPr/>
            <p:nvPr/>
          </p:nvSpPr>
          <p:spPr>
            <a:xfrm rot="10800000">
              <a:off x="5952000" y="-24775"/>
              <a:ext cx="3192000" cy="1050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050" name="Google Shape;1050;p40"/>
            <p:cNvSpPr/>
            <p:nvPr/>
          </p:nvSpPr>
          <p:spPr>
            <a:xfrm rot="10800000">
              <a:off x="5274000" y="-24823"/>
              <a:ext cx="3870000" cy="5736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051" name="Google Shape;1051;p40"/>
          <p:cNvSpPr/>
          <p:nvPr/>
        </p:nvSpPr>
        <p:spPr>
          <a:xfrm flipH="1">
            <a:off x="5879725" y="4336675"/>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pic>
        <p:nvPicPr>
          <p:cNvPr id="2" name="Picture 1" descr="A graph of a number of years&#10;&#10;AI-generated content may be incorrect.">
            <a:extLst>
              <a:ext uri="{FF2B5EF4-FFF2-40B4-BE49-F238E27FC236}">
                <a16:creationId xmlns:a16="http://schemas.microsoft.com/office/drawing/2014/main" id="{A9665A7B-6E06-AFDC-E9CD-8AEF095F3613}"/>
              </a:ext>
            </a:extLst>
          </p:cNvPr>
          <p:cNvPicPr>
            <a:picLocks noChangeAspect="1"/>
          </p:cNvPicPr>
          <p:nvPr/>
        </p:nvPicPr>
        <p:blipFill>
          <a:blip r:embed="rId3"/>
          <a:stretch>
            <a:fillRect/>
          </a:stretch>
        </p:blipFill>
        <p:spPr>
          <a:xfrm>
            <a:off x="1661483" y="1289469"/>
            <a:ext cx="5249533" cy="32115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8">
          <a:extLst>
            <a:ext uri="{FF2B5EF4-FFF2-40B4-BE49-F238E27FC236}">
              <a16:creationId xmlns:a16="http://schemas.microsoft.com/office/drawing/2014/main" id="{B00CD313-C6BC-522D-1DB2-286DA4E98764}"/>
            </a:ext>
          </a:extLst>
        </p:cNvPr>
        <p:cNvGrpSpPr/>
        <p:nvPr/>
      </p:nvGrpSpPr>
      <p:grpSpPr>
        <a:xfrm>
          <a:off x="0" y="0"/>
          <a:ext cx="0" cy="0"/>
          <a:chOff x="0" y="0"/>
          <a:chExt cx="0" cy="0"/>
        </a:xfrm>
      </p:grpSpPr>
      <p:sp>
        <p:nvSpPr>
          <p:cNvPr id="1009" name="Google Shape;1009;p40">
            <a:extLst>
              <a:ext uri="{FF2B5EF4-FFF2-40B4-BE49-F238E27FC236}">
                <a16:creationId xmlns:a16="http://schemas.microsoft.com/office/drawing/2014/main" id="{358D3527-9849-F1C8-BC37-EDE0EFB114FC}"/>
              </a:ext>
            </a:extLst>
          </p:cNvPr>
          <p:cNvSpPr txBox="1">
            <a:spLocks noGrp="1"/>
          </p:cNvSpPr>
          <p:nvPr>
            <p:ph type="title"/>
          </p:nvPr>
        </p:nvSpPr>
        <p:spPr>
          <a:xfrm>
            <a:off x="1180184" y="496409"/>
            <a:ext cx="5990095" cy="509068"/>
          </a:xfrm>
          <a:prstGeom prst="rect">
            <a:avLst/>
          </a:prstGeom>
        </p:spPr>
        <p:txBody>
          <a:bodyPr spcFirstLastPara="1" wrap="square" lIns="91425" tIns="91425" rIns="91425" bIns="91425" anchor="b" anchorCtr="0">
            <a:noAutofit/>
          </a:bodyPr>
          <a:lstStyle/>
          <a:p>
            <a:r>
              <a:rPr lang="en" sz="2800"/>
              <a:t>Exploratory Data Analysis(2/4)</a:t>
            </a:r>
          </a:p>
        </p:txBody>
      </p:sp>
      <p:grpSp>
        <p:nvGrpSpPr>
          <p:cNvPr id="1011" name="Google Shape;1011;p40">
            <a:extLst>
              <a:ext uri="{FF2B5EF4-FFF2-40B4-BE49-F238E27FC236}">
                <a16:creationId xmlns:a16="http://schemas.microsoft.com/office/drawing/2014/main" id="{BE581702-BBCD-B430-C9BE-80A22CBB7BB5}"/>
              </a:ext>
            </a:extLst>
          </p:cNvPr>
          <p:cNvGrpSpPr/>
          <p:nvPr/>
        </p:nvGrpSpPr>
        <p:grpSpPr>
          <a:xfrm>
            <a:off x="-218875" y="-50400"/>
            <a:ext cx="1882500" cy="2095500"/>
            <a:chOff x="-218875" y="-50400"/>
            <a:chExt cx="1882500" cy="2095500"/>
          </a:xfrm>
        </p:grpSpPr>
        <p:sp>
          <p:nvSpPr>
            <p:cNvPr id="1012" name="Google Shape;1012;p40">
              <a:extLst>
                <a:ext uri="{FF2B5EF4-FFF2-40B4-BE49-F238E27FC236}">
                  <a16:creationId xmlns:a16="http://schemas.microsoft.com/office/drawing/2014/main" id="{96E65EF6-0E7B-7B3F-7DA9-0E2FA4BEE923}"/>
                </a:ext>
              </a:extLst>
            </p:cNvPr>
            <p:cNvSpPr/>
            <p:nvPr/>
          </p:nvSpPr>
          <p:spPr>
            <a:xfrm>
              <a:off x="-218875" y="8908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013" name="Google Shape;1013;p40">
              <a:extLst>
                <a:ext uri="{FF2B5EF4-FFF2-40B4-BE49-F238E27FC236}">
                  <a16:creationId xmlns:a16="http://schemas.microsoft.com/office/drawing/2014/main" id="{44724A35-8E06-D4E1-FA43-3993B1E536DD}"/>
                </a:ext>
              </a:extLst>
            </p:cNvPr>
            <p:cNvGrpSpPr/>
            <p:nvPr/>
          </p:nvGrpSpPr>
          <p:grpSpPr>
            <a:xfrm>
              <a:off x="229313" y="-50400"/>
              <a:ext cx="986125" cy="2095500"/>
              <a:chOff x="7631225" y="2241175"/>
              <a:chExt cx="986125" cy="2095500"/>
            </a:xfrm>
          </p:grpSpPr>
          <p:cxnSp>
            <p:nvCxnSpPr>
              <p:cNvPr id="1014" name="Google Shape;1014;p40">
                <a:extLst>
                  <a:ext uri="{FF2B5EF4-FFF2-40B4-BE49-F238E27FC236}">
                    <a16:creationId xmlns:a16="http://schemas.microsoft.com/office/drawing/2014/main" id="{69B12EC6-EBF0-2350-4FB5-CD3F62987184}"/>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5" name="Google Shape;1015;p40">
                <a:extLst>
                  <a:ext uri="{FF2B5EF4-FFF2-40B4-BE49-F238E27FC236}">
                    <a16:creationId xmlns:a16="http://schemas.microsoft.com/office/drawing/2014/main" id="{45639BFD-E050-4B84-5C3C-3C3E0DEE1C32}"/>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6" name="Google Shape;1016;p40">
                <a:extLst>
                  <a:ext uri="{FF2B5EF4-FFF2-40B4-BE49-F238E27FC236}">
                    <a16:creationId xmlns:a16="http://schemas.microsoft.com/office/drawing/2014/main" id="{85785C1A-56B7-8FD1-9CF7-DE7D85B24169}"/>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7" name="Google Shape;1017;p40">
                <a:extLst>
                  <a:ext uri="{FF2B5EF4-FFF2-40B4-BE49-F238E27FC236}">
                    <a16:creationId xmlns:a16="http://schemas.microsoft.com/office/drawing/2014/main" id="{472A86AE-961C-DCB4-A959-333EEAEF1394}"/>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8" name="Google Shape;1018;p40">
                <a:extLst>
                  <a:ext uri="{FF2B5EF4-FFF2-40B4-BE49-F238E27FC236}">
                    <a16:creationId xmlns:a16="http://schemas.microsoft.com/office/drawing/2014/main" id="{B5B6B551-C16B-922F-2974-7C91F7BDDC9C}"/>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9" name="Google Shape;1019;p40">
                <a:extLst>
                  <a:ext uri="{FF2B5EF4-FFF2-40B4-BE49-F238E27FC236}">
                    <a16:creationId xmlns:a16="http://schemas.microsoft.com/office/drawing/2014/main" id="{BB76FF91-0668-F80F-9AE1-BC70077EB6DC}"/>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0" name="Google Shape;1020;p40">
                <a:extLst>
                  <a:ext uri="{FF2B5EF4-FFF2-40B4-BE49-F238E27FC236}">
                    <a16:creationId xmlns:a16="http://schemas.microsoft.com/office/drawing/2014/main" id="{8142B4A7-078F-69B3-B1E4-F932276451BE}"/>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1" name="Google Shape;1021;p40">
                <a:extLst>
                  <a:ext uri="{FF2B5EF4-FFF2-40B4-BE49-F238E27FC236}">
                    <a16:creationId xmlns:a16="http://schemas.microsoft.com/office/drawing/2014/main" id="{68E1AA40-C5F2-E71B-E300-C83D37AD95DD}"/>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2" name="Google Shape;1022;p40">
                <a:extLst>
                  <a:ext uri="{FF2B5EF4-FFF2-40B4-BE49-F238E27FC236}">
                    <a16:creationId xmlns:a16="http://schemas.microsoft.com/office/drawing/2014/main" id="{AA396885-1FE4-9B73-B2B2-D6297A897D89}"/>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3" name="Google Shape;1023;p40">
                <a:extLst>
                  <a:ext uri="{FF2B5EF4-FFF2-40B4-BE49-F238E27FC236}">
                    <a16:creationId xmlns:a16="http://schemas.microsoft.com/office/drawing/2014/main" id="{36AB3439-A3C5-61DC-BB6A-A5306AB80577}"/>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4" name="Google Shape;1024;p40">
                <a:extLst>
                  <a:ext uri="{FF2B5EF4-FFF2-40B4-BE49-F238E27FC236}">
                    <a16:creationId xmlns:a16="http://schemas.microsoft.com/office/drawing/2014/main" id="{998DB8A2-621E-92A2-ED27-FD539244219C}"/>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5" name="Google Shape;1025;p40">
                <a:extLst>
                  <a:ext uri="{FF2B5EF4-FFF2-40B4-BE49-F238E27FC236}">
                    <a16:creationId xmlns:a16="http://schemas.microsoft.com/office/drawing/2014/main" id="{CD8EBAF0-ECB2-6302-F2A4-2AE74F39ECBF}"/>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6" name="Google Shape;1026;p40">
                <a:extLst>
                  <a:ext uri="{FF2B5EF4-FFF2-40B4-BE49-F238E27FC236}">
                    <a16:creationId xmlns:a16="http://schemas.microsoft.com/office/drawing/2014/main" id="{C7743F6D-9BB3-71BD-3F01-9BF6031EB64C}"/>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7" name="Google Shape;1027;p40">
                <a:extLst>
                  <a:ext uri="{FF2B5EF4-FFF2-40B4-BE49-F238E27FC236}">
                    <a16:creationId xmlns:a16="http://schemas.microsoft.com/office/drawing/2014/main" id="{A44042B5-DFD4-D935-55E1-8C5465C4620D}"/>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1028" name="Google Shape;1028;p40">
            <a:extLst>
              <a:ext uri="{FF2B5EF4-FFF2-40B4-BE49-F238E27FC236}">
                <a16:creationId xmlns:a16="http://schemas.microsoft.com/office/drawing/2014/main" id="{458C7642-CC76-95D8-E5A7-B27426E51B93}"/>
              </a:ext>
            </a:extLst>
          </p:cNvPr>
          <p:cNvGrpSpPr/>
          <p:nvPr/>
        </p:nvGrpSpPr>
        <p:grpSpPr>
          <a:xfrm>
            <a:off x="2906038" y="4336663"/>
            <a:ext cx="1885275" cy="1884250"/>
            <a:chOff x="2609275" y="3149350"/>
            <a:chExt cx="1885275" cy="1884250"/>
          </a:xfrm>
        </p:grpSpPr>
        <p:sp>
          <p:nvSpPr>
            <p:cNvPr id="1029" name="Google Shape;1029;p40">
              <a:extLst>
                <a:ext uri="{FF2B5EF4-FFF2-40B4-BE49-F238E27FC236}">
                  <a16:creationId xmlns:a16="http://schemas.microsoft.com/office/drawing/2014/main" id="{E85F36A2-C288-0CF5-22F5-DEB0C7DB664F}"/>
                </a:ext>
              </a:extLst>
            </p:cNvPr>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a:extLst>
                <a:ext uri="{FF2B5EF4-FFF2-40B4-BE49-F238E27FC236}">
                  <a16:creationId xmlns:a16="http://schemas.microsoft.com/office/drawing/2014/main" id="{343E216E-B5E0-256D-769D-3E2092D5E0B0}"/>
                </a:ext>
              </a:extLst>
            </p:cNvPr>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a:extLst>
                <a:ext uri="{FF2B5EF4-FFF2-40B4-BE49-F238E27FC236}">
                  <a16:creationId xmlns:a16="http://schemas.microsoft.com/office/drawing/2014/main" id="{B45E386E-A1CD-F9B9-C7F0-68F36A0966D7}"/>
                </a:ext>
              </a:extLst>
            </p:cNvPr>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a:extLst>
                <a:ext uri="{FF2B5EF4-FFF2-40B4-BE49-F238E27FC236}">
                  <a16:creationId xmlns:a16="http://schemas.microsoft.com/office/drawing/2014/main" id="{6156B52E-F871-C59E-5869-661069130FDC}"/>
                </a:ext>
              </a:extLst>
            </p:cNvPr>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a:extLst>
                <a:ext uri="{FF2B5EF4-FFF2-40B4-BE49-F238E27FC236}">
                  <a16:creationId xmlns:a16="http://schemas.microsoft.com/office/drawing/2014/main" id="{3655B6A5-DB58-A1B1-D597-CC4D1978DADC}"/>
                </a:ext>
              </a:extLst>
            </p:cNvPr>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a:extLst>
                <a:ext uri="{FF2B5EF4-FFF2-40B4-BE49-F238E27FC236}">
                  <a16:creationId xmlns:a16="http://schemas.microsoft.com/office/drawing/2014/main" id="{0C81779E-3F1C-6F95-63AB-E5E2302DD0A1}"/>
                </a:ext>
              </a:extLst>
            </p:cNvPr>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a:extLst>
                <a:ext uri="{FF2B5EF4-FFF2-40B4-BE49-F238E27FC236}">
                  <a16:creationId xmlns:a16="http://schemas.microsoft.com/office/drawing/2014/main" id="{AB2D5665-42A4-C2B6-C090-CFA85559E5EF}"/>
                </a:ext>
              </a:extLst>
            </p:cNvPr>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a:extLst>
                <a:ext uri="{FF2B5EF4-FFF2-40B4-BE49-F238E27FC236}">
                  <a16:creationId xmlns:a16="http://schemas.microsoft.com/office/drawing/2014/main" id="{8BAD35EC-1B20-8B15-46FF-973DBAD96784}"/>
                </a:ext>
              </a:extLst>
            </p:cNvPr>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a:extLst>
                <a:ext uri="{FF2B5EF4-FFF2-40B4-BE49-F238E27FC236}">
                  <a16:creationId xmlns:a16="http://schemas.microsoft.com/office/drawing/2014/main" id="{49A05CFE-15B0-792D-0A1F-D1095CB264FB}"/>
                </a:ext>
              </a:extLst>
            </p:cNvPr>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a:extLst>
                <a:ext uri="{FF2B5EF4-FFF2-40B4-BE49-F238E27FC236}">
                  <a16:creationId xmlns:a16="http://schemas.microsoft.com/office/drawing/2014/main" id="{9441E365-6CD5-5F76-59AE-570FBE1EC6FE}"/>
                </a:ext>
              </a:extLst>
            </p:cNvPr>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a:extLst>
                <a:ext uri="{FF2B5EF4-FFF2-40B4-BE49-F238E27FC236}">
                  <a16:creationId xmlns:a16="http://schemas.microsoft.com/office/drawing/2014/main" id="{C5C49560-CFC9-65ED-8A18-180F6AD52EFC}"/>
                </a:ext>
              </a:extLst>
            </p:cNvPr>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a:extLst>
                <a:ext uri="{FF2B5EF4-FFF2-40B4-BE49-F238E27FC236}">
                  <a16:creationId xmlns:a16="http://schemas.microsoft.com/office/drawing/2014/main" id="{A79C59F5-A5B9-10E9-BD46-C395D9AB7F27}"/>
                </a:ext>
              </a:extLst>
            </p:cNvPr>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a:extLst>
                <a:ext uri="{FF2B5EF4-FFF2-40B4-BE49-F238E27FC236}">
                  <a16:creationId xmlns:a16="http://schemas.microsoft.com/office/drawing/2014/main" id="{36BB6EB9-25F9-A9B0-CE62-C7039333798B}"/>
                </a:ext>
              </a:extLst>
            </p:cNvPr>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a:extLst>
                <a:ext uri="{FF2B5EF4-FFF2-40B4-BE49-F238E27FC236}">
                  <a16:creationId xmlns:a16="http://schemas.microsoft.com/office/drawing/2014/main" id="{B7913AC7-9B02-327B-72D6-6C46C2FEA223}"/>
                </a:ext>
              </a:extLst>
            </p:cNvPr>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a:extLst>
                <a:ext uri="{FF2B5EF4-FFF2-40B4-BE49-F238E27FC236}">
                  <a16:creationId xmlns:a16="http://schemas.microsoft.com/office/drawing/2014/main" id="{9163C7D3-32FE-FB4C-F56D-5D828C682E92}"/>
                </a:ext>
              </a:extLst>
            </p:cNvPr>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a:extLst>
                <a:ext uri="{FF2B5EF4-FFF2-40B4-BE49-F238E27FC236}">
                  <a16:creationId xmlns:a16="http://schemas.microsoft.com/office/drawing/2014/main" id="{92A5047B-ED0A-975D-41FC-4DFA13FA9946}"/>
                </a:ext>
              </a:extLst>
            </p:cNvPr>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a:extLst>
                <a:ext uri="{FF2B5EF4-FFF2-40B4-BE49-F238E27FC236}">
                  <a16:creationId xmlns:a16="http://schemas.microsoft.com/office/drawing/2014/main" id="{DE38511D-208D-5244-608F-D5FDFFBBB18C}"/>
                </a:ext>
              </a:extLst>
            </p:cNvPr>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a:extLst>
                <a:ext uri="{FF2B5EF4-FFF2-40B4-BE49-F238E27FC236}">
                  <a16:creationId xmlns:a16="http://schemas.microsoft.com/office/drawing/2014/main" id="{1A2713C2-0C5E-7C93-5A8D-77F93F576B07}"/>
                </a:ext>
              </a:extLst>
            </p:cNvPr>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a:extLst>
                <a:ext uri="{FF2B5EF4-FFF2-40B4-BE49-F238E27FC236}">
                  <a16:creationId xmlns:a16="http://schemas.microsoft.com/office/drawing/2014/main" id="{35645089-9559-75B9-E6D6-8C1B9244E7EE}"/>
                </a:ext>
              </a:extLst>
            </p:cNvPr>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0">
            <a:extLst>
              <a:ext uri="{FF2B5EF4-FFF2-40B4-BE49-F238E27FC236}">
                <a16:creationId xmlns:a16="http://schemas.microsoft.com/office/drawing/2014/main" id="{01E2D0D5-91C5-0997-342C-E2E5CFF5FD92}"/>
              </a:ext>
            </a:extLst>
          </p:cNvPr>
          <p:cNvGrpSpPr/>
          <p:nvPr/>
        </p:nvGrpSpPr>
        <p:grpSpPr>
          <a:xfrm>
            <a:off x="6406216" y="-3257"/>
            <a:ext cx="2737784" cy="1007516"/>
            <a:chOff x="5274000" y="-24823"/>
            <a:chExt cx="3870000" cy="1050648"/>
          </a:xfrm>
        </p:grpSpPr>
        <p:sp>
          <p:nvSpPr>
            <p:cNvPr id="1049" name="Google Shape;1049;p40">
              <a:extLst>
                <a:ext uri="{FF2B5EF4-FFF2-40B4-BE49-F238E27FC236}">
                  <a16:creationId xmlns:a16="http://schemas.microsoft.com/office/drawing/2014/main" id="{00140A50-8347-8D50-1581-CACDE6BBE5DD}"/>
                </a:ext>
              </a:extLst>
            </p:cNvPr>
            <p:cNvSpPr/>
            <p:nvPr/>
          </p:nvSpPr>
          <p:spPr>
            <a:xfrm rot="10800000">
              <a:off x="5952000" y="-24775"/>
              <a:ext cx="3192000" cy="1050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050" name="Google Shape;1050;p40">
              <a:extLst>
                <a:ext uri="{FF2B5EF4-FFF2-40B4-BE49-F238E27FC236}">
                  <a16:creationId xmlns:a16="http://schemas.microsoft.com/office/drawing/2014/main" id="{A34ADEEB-5FDD-8F0A-1F25-085B6B6F6952}"/>
                </a:ext>
              </a:extLst>
            </p:cNvPr>
            <p:cNvSpPr/>
            <p:nvPr/>
          </p:nvSpPr>
          <p:spPr>
            <a:xfrm rot="10800000">
              <a:off x="5274000" y="-24823"/>
              <a:ext cx="3870000" cy="5736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051" name="Google Shape;1051;p40">
            <a:extLst>
              <a:ext uri="{FF2B5EF4-FFF2-40B4-BE49-F238E27FC236}">
                <a16:creationId xmlns:a16="http://schemas.microsoft.com/office/drawing/2014/main" id="{294F3C66-3661-8AC3-2466-3C7B2AAF902E}"/>
              </a:ext>
            </a:extLst>
          </p:cNvPr>
          <p:cNvSpPr/>
          <p:nvPr/>
        </p:nvSpPr>
        <p:spPr>
          <a:xfrm flipH="1">
            <a:off x="5879725" y="4336675"/>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pic>
        <p:nvPicPr>
          <p:cNvPr id="3" name="Picture 2" descr="A graph of a number of people&#10;&#10;AI-generated content may be incorrect.">
            <a:extLst>
              <a:ext uri="{FF2B5EF4-FFF2-40B4-BE49-F238E27FC236}">
                <a16:creationId xmlns:a16="http://schemas.microsoft.com/office/drawing/2014/main" id="{70F8F58F-0373-E3EF-30A4-CC0441476B97}"/>
              </a:ext>
            </a:extLst>
          </p:cNvPr>
          <p:cNvPicPr>
            <a:picLocks noChangeAspect="1"/>
          </p:cNvPicPr>
          <p:nvPr/>
        </p:nvPicPr>
        <p:blipFill>
          <a:blip r:embed="rId3"/>
          <a:stretch>
            <a:fillRect/>
          </a:stretch>
        </p:blipFill>
        <p:spPr>
          <a:xfrm>
            <a:off x="1658788" y="1281742"/>
            <a:ext cx="5524500" cy="3162300"/>
          </a:xfrm>
          <a:prstGeom prst="rect">
            <a:avLst/>
          </a:prstGeom>
        </p:spPr>
      </p:pic>
    </p:spTree>
    <p:extLst>
      <p:ext uri="{BB962C8B-B14F-4D97-AF65-F5344CB8AC3E}">
        <p14:creationId xmlns:p14="http://schemas.microsoft.com/office/powerpoint/2010/main" val="85934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8">
          <a:extLst>
            <a:ext uri="{FF2B5EF4-FFF2-40B4-BE49-F238E27FC236}">
              <a16:creationId xmlns:a16="http://schemas.microsoft.com/office/drawing/2014/main" id="{7EB578F8-28D9-91A7-1248-CE14F54D399C}"/>
            </a:ext>
          </a:extLst>
        </p:cNvPr>
        <p:cNvGrpSpPr/>
        <p:nvPr/>
      </p:nvGrpSpPr>
      <p:grpSpPr>
        <a:xfrm>
          <a:off x="0" y="0"/>
          <a:ext cx="0" cy="0"/>
          <a:chOff x="0" y="0"/>
          <a:chExt cx="0" cy="0"/>
        </a:xfrm>
      </p:grpSpPr>
      <p:sp>
        <p:nvSpPr>
          <p:cNvPr id="1009" name="Google Shape;1009;p40">
            <a:extLst>
              <a:ext uri="{FF2B5EF4-FFF2-40B4-BE49-F238E27FC236}">
                <a16:creationId xmlns:a16="http://schemas.microsoft.com/office/drawing/2014/main" id="{A51713A9-9B10-7E12-C9CA-F07BAD4C4D9B}"/>
              </a:ext>
            </a:extLst>
          </p:cNvPr>
          <p:cNvSpPr txBox="1">
            <a:spLocks noGrp="1"/>
          </p:cNvSpPr>
          <p:nvPr>
            <p:ph type="title"/>
          </p:nvPr>
        </p:nvSpPr>
        <p:spPr>
          <a:xfrm>
            <a:off x="1115486" y="496409"/>
            <a:ext cx="5990095" cy="509068"/>
          </a:xfrm>
          <a:prstGeom prst="rect">
            <a:avLst/>
          </a:prstGeom>
        </p:spPr>
        <p:txBody>
          <a:bodyPr spcFirstLastPara="1" wrap="square" lIns="91425" tIns="91425" rIns="91425" bIns="91425" anchor="b" anchorCtr="0">
            <a:noAutofit/>
          </a:bodyPr>
          <a:lstStyle/>
          <a:p>
            <a:r>
              <a:rPr lang="en" sz="2800"/>
              <a:t>Exploratory Data Analysis(3/4)</a:t>
            </a:r>
          </a:p>
        </p:txBody>
      </p:sp>
      <p:grpSp>
        <p:nvGrpSpPr>
          <p:cNvPr id="1011" name="Google Shape;1011;p40">
            <a:extLst>
              <a:ext uri="{FF2B5EF4-FFF2-40B4-BE49-F238E27FC236}">
                <a16:creationId xmlns:a16="http://schemas.microsoft.com/office/drawing/2014/main" id="{C69B7F34-3FFD-D2EB-27A8-A5DCB47A6817}"/>
              </a:ext>
            </a:extLst>
          </p:cNvPr>
          <p:cNvGrpSpPr/>
          <p:nvPr/>
        </p:nvGrpSpPr>
        <p:grpSpPr>
          <a:xfrm>
            <a:off x="-218875" y="-50400"/>
            <a:ext cx="1882500" cy="2095500"/>
            <a:chOff x="-218875" y="-50400"/>
            <a:chExt cx="1882500" cy="2095500"/>
          </a:xfrm>
        </p:grpSpPr>
        <p:sp>
          <p:nvSpPr>
            <p:cNvPr id="1012" name="Google Shape;1012;p40">
              <a:extLst>
                <a:ext uri="{FF2B5EF4-FFF2-40B4-BE49-F238E27FC236}">
                  <a16:creationId xmlns:a16="http://schemas.microsoft.com/office/drawing/2014/main" id="{A06C428D-BBC1-2E25-1436-383888A95B58}"/>
                </a:ext>
              </a:extLst>
            </p:cNvPr>
            <p:cNvSpPr/>
            <p:nvPr/>
          </p:nvSpPr>
          <p:spPr>
            <a:xfrm>
              <a:off x="-218875" y="8908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013" name="Google Shape;1013;p40">
              <a:extLst>
                <a:ext uri="{FF2B5EF4-FFF2-40B4-BE49-F238E27FC236}">
                  <a16:creationId xmlns:a16="http://schemas.microsoft.com/office/drawing/2014/main" id="{8C606B2C-DD8F-A895-52A5-F4C0871482BA}"/>
                </a:ext>
              </a:extLst>
            </p:cNvPr>
            <p:cNvGrpSpPr/>
            <p:nvPr/>
          </p:nvGrpSpPr>
          <p:grpSpPr>
            <a:xfrm>
              <a:off x="229313" y="-50400"/>
              <a:ext cx="986125" cy="2095500"/>
              <a:chOff x="7631225" y="2241175"/>
              <a:chExt cx="986125" cy="2095500"/>
            </a:xfrm>
          </p:grpSpPr>
          <p:cxnSp>
            <p:nvCxnSpPr>
              <p:cNvPr id="1014" name="Google Shape;1014;p40">
                <a:extLst>
                  <a:ext uri="{FF2B5EF4-FFF2-40B4-BE49-F238E27FC236}">
                    <a16:creationId xmlns:a16="http://schemas.microsoft.com/office/drawing/2014/main" id="{6E1766BF-A0CE-7C68-AA55-353D433BC42D}"/>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5" name="Google Shape;1015;p40">
                <a:extLst>
                  <a:ext uri="{FF2B5EF4-FFF2-40B4-BE49-F238E27FC236}">
                    <a16:creationId xmlns:a16="http://schemas.microsoft.com/office/drawing/2014/main" id="{8710B71C-1B32-6ADF-888F-1349B796A889}"/>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6" name="Google Shape;1016;p40">
                <a:extLst>
                  <a:ext uri="{FF2B5EF4-FFF2-40B4-BE49-F238E27FC236}">
                    <a16:creationId xmlns:a16="http://schemas.microsoft.com/office/drawing/2014/main" id="{05ED9766-36A6-8BE0-F287-64CC985AECA1}"/>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7" name="Google Shape;1017;p40">
                <a:extLst>
                  <a:ext uri="{FF2B5EF4-FFF2-40B4-BE49-F238E27FC236}">
                    <a16:creationId xmlns:a16="http://schemas.microsoft.com/office/drawing/2014/main" id="{582CDD54-524C-A649-AB8F-E2F4F067979D}"/>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8" name="Google Shape;1018;p40">
                <a:extLst>
                  <a:ext uri="{FF2B5EF4-FFF2-40B4-BE49-F238E27FC236}">
                    <a16:creationId xmlns:a16="http://schemas.microsoft.com/office/drawing/2014/main" id="{FDD2B83E-BA2C-53CD-69A8-1B8BEE00B479}"/>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9" name="Google Shape;1019;p40">
                <a:extLst>
                  <a:ext uri="{FF2B5EF4-FFF2-40B4-BE49-F238E27FC236}">
                    <a16:creationId xmlns:a16="http://schemas.microsoft.com/office/drawing/2014/main" id="{C35A9A9D-40D4-F3BF-1985-4AE552412C38}"/>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0" name="Google Shape;1020;p40">
                <a:extLst>
                  <a:ext uri="{FF2B5EF4-FFF2-40B4-BE49-F238E27FC236}">
                    <a16:creationId xmlns:a16="http://schemas.microsoft.com/office/drawing/2014/main" id="{BEF95234-6EB9-6FD8-8DDF-D41EA49C4C4B}"/>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1" name="Google Shape;1021;p40">
                <a:extLst>
                  <a:ext uri="{FF2B5EF4-FFF2-40B4-BE49-F238E27FC236}">
                    <a16:creationId xmlns:a16="http://schemas.microsoft.com/office/drawing/2014/main" id="{4FBC007D-D858-43D4-0981-C659332ABEFB}"/>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2" name="Google Shape;1022;p40">
                <a:extLst>
                  <a:ext uri="{FF2B5EF4-FFF2-40B4-BE49-F238E27FC236}">
                    <a16:creationId xmlns:a16="http://schemas.microsoft.com/office/drawing/2014/main" id="{25051313-E117-A177-330A-67D0B6AC271C}"/>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3" name="Google Shape;1023;p40">
                <a:extLst>
                  <a:ext uri="{FF2B5EF4-FFF2-40B4-BE49-F238E27FC236}">
                    <a16:creationId xmlns:a16="http://schemas.microsoft.com/office/drawing/2014/main" id="{BEF1A452-2146-40D1-7154-230E90A5DA67}"/>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4" name="Google Shape;1024;p40">
                <a:extLst>
                  <a:ext uri="{FF2B5EF4-FFF2-40B4-BE49-F238E27FC236}">
                    <a16:creationId xmlns:a16="http://schemas.microsoft.com/office/drawing/2014/main" id="{6BA5D0BC-DF74-ADAC-04A1-88E0C9D049CF}"/>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5" name="Google Shape;1025;p40">
                <a:extLst>
                  <a:ext uri="{FF2B5EF4-FFF2-40B4-BE49-F238E27FC236}">
                    <a16:creationId xmlns:a16="http://schemas.microsoft.com/office/drawing/2014/main" id="{607F5740-487A-E1E2-28B5-B3D741211D00}"/>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6" name="Google Shape;1026;p40">
                <a:extLst>
                  <a:ext uri="{FF2B5EF4-FFF2-40B4-BE49-F238E27FC236}">
                    <a16:creationId xmlns:a16="http://schemas.microsoft.com/office/drawing/2014/main" id="{CD0B7B37-7D9A-0DC0-0B2A-BDDF85BDE088}"/>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7" name="Google Shape;1027;p40">
                <a:extLst>
                  <a:ext uri="{FF2B5EF4-FFF2-40B4-BE49-F238E27FC236}">
                    <a16:creationId xmlns:a16="http://schemas.microsoft.com/office/drawing/2014/main" id="{A10FA775-3526-5518-4B12-05A23650D62C}"/>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1028" name="Google Shape;1028;p40">
            <a:extLst>
              <a:ext uri="{FF2B5EF4-FFF2-40B4-BE49-F238E27FC236}">
                <a16:creationId xmlns:a16="http://schemas.microsoft.com/office/drawing/2014/main" id="{C4E231BA-726E-2DBF-E108-6F47940001BA}"/>
              </a:ext>
            </a:extLst>
          </p:cNvPr>
          <p:cNvGrpSpPr/>
          <p:nvPr/>
        </p:nvGrpSpPr>
        <p:grpSpPr>
          <a:xfrm>
            <a:off x="2906038" y="4336663"/>
            <a:ext cx="1885275" cy="1884250"/>
            <a:chOff x="2609275" y="3149350"/>
            <a:chExt cx="1885275" cy="1884250"/>
          </a:xfrm>
        </p:grpSpPr>
        <p:sp>
          <p:nvSpPr>
            <p:cNvPr id="1029" name="Google Shape;1029;p40">
              <a:extLst>
                <a:ext uri="{FF2B5EF4-FFF2-40B4-BE49-F238E27FC236}">
                  <a16:creationId xmlns:a16="http://schemas.microsoft.com/office/drawing/2014/main" id="{FC587561-53DD-4754-4EC2-3F926A073221}"/>
                </a:ext>
              </a:extLst>
            </p:cNvPr>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a:extLst>
                <a:ext uri="{FF2B5EF4-FFF2-40B4-BE49-F238E27FC236}">
                  <a16:creationId xmlns:a16="http://schemas.microsoft.com/office/drawing/2014/main" id="{21F66E50-1BBE-2184-868E-2992E264F365}"/>
                </a:ext>
              </a:extLst>
            </p:cNvPr>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a:extLst>
                <a:ext uri="{FF2B5EF4-FFF2-40B4-BE49-F238E27FC236}">
                  <a16:creationId xmlns:a16="http://schemas.microsoft.com/office/drawing/2014/main" id="{D6E5CC27-7899-E740-61A2-273966144D59}"/>
                </a:ext>
              </a:extLst>
            </p:cNvPr>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a:extLst>
                <a:ext uri="{FF2B5EF4-FFF2-40B4-BE49-F238E27FC236}">
                  <a16:creationId xmlns:a16="http://schemas.microsoft.com/office/drawing/2014/main" id="{215E3B7B-DE26-5264-1B02-7662BF042938}"/>
                </a:ext>
              </a:extLst>
            </p:cNvPr>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a:extLst>
                <a:ext uri="{FF2B5EF4-FFF2-40B4-BE49-F238E27FC236}">
                  <a16:creationId xmlns:a16="http://schemas.microsoft.com/office/drawing/2014/main" id="{172189CA-AE30-C9D8-E5F3-89825AE66511}"/>
                </a:ext>
              </a:extLst>
            </p:cNvPr>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a:extLst>
                <a:ext uri="{FF2B5EF4-FFF2-40B4-BE49-F238E27FC236}">
                  <a16:creationId xmlns:a16="http://schemas.microsoft.com/office/drawing/2014/main" id="{C3CEB96D-6CA3-5450-402A-B755EE2D36BA}"/>
                </a:ext>
              </a:extLst>
            </p:cNvPr>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a:extLst>
                <a:ext uri="{FF2B5EF4-FFF2-40B4-BE49-F238E27FC236}">
                  <a16:creationId xmlns:a16="http://schemas.microsoft.com/office/drawing/2014/main" id="{749DE06E-1CA4-896A-5F4E-7EA36C0D1EEB}"/>
                </a:ext>
              </a:extLst>
            </p:cNvPr>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a:extLst>
                <a:ext uri="{FF2B5EF4-FFF2-40B4-BE49-F238E27FC236}">
                  <a16:creationId xmlns:a16="http://schemas.microsoft.com/office/drawing/2014/main" id="{024A7BEA-FC0B-BF48-E614-41606D3A37CF}"/>
                </a:ext>
              </a:extLst>
            </p:cNvPr>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a:extLst>
                <a:ext uri="{FF2B5EF4-FFF2-40B4-BE49-F238E27FC236}">
                  <a16:creationId xmlns:a16="http://schemas.microsoft.com/office/drawing/2014/main" id="{DC92709D-34DF-42C2-AEF1-2E74D2769645}"/>
                </a:ext>
              </a:extLst>
            </p:cNvPr>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a:extLst>
                <a:ext uri="{FF2B5EF4-FFF2-40B4-BE49-F238E27FC236}">
                  <a16:creationId xmlns:a16="http://schemas.microsoft.com/office/drawing/2014/main" id="{92F5AC30-8D2D-6A8A-BCA0-99903F361D6C}"/>
                </a:ext>
              </a:extLst>
            </p:cNvPr>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a:extLst>
                <a:ext uri="{FF2B5EF4-FFF2-40B4-BE49-F238E27FC236}">
                  <a16:creationId xmlns:a16="http://schemas.microsoft.com/office/drawing/2014/main" id="{87799B45-238E-5169-9FAA-5848062CF2BB}"/>
                </a:ext>
              </a:extLst>
            </p:cNvPr>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a:extLst>
                <a:ext uri="{FF2B5EF4-FFF2-40B4-BE49-F238E27FC236}">
                  <a16:creationId xmlns:a16="http://schemas.microsoft.com/office/drawing/2014/main" id="{C6499E67-B3B4-A661-AE33-3292FF8588DA}"/>
                </a:ext>
              </a:extLst>
            </p:cNvPr>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a:extLst>
                <a:ext uri="{FF2B5EF4-FFF2-40B4-BE49-F238E27FC236}">
                  <a16:creationId xmlns:a16="http://schemas.microsoft.com/office/drawing/2014/main" id="{0653FAD3-D0D5-D503-A56E-9730F39511A2}"/>
                </a:ext>
              </a:extLst>
            </p:cNvPr>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a:extLst>
                <a:ext uri="{FF2B5EF4-FFF2-40B4-BE49-F238E27FC236}">
                  <a16:creationId xmlns:a16="http://schemas.microsoft.com/office/drawing/2014/main" id="{E5ECC26D-887D-0ED4-D77F-4CD6F73D40F0}"/>
                </a:ext>
              </a:extLst>
            </p:cNvPr>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a:extLst>
                <a:ext uri="{FF2B5EF4-FFF2-40B4-BE49-F238E27FC236}">
                  <a16:creationId xmlns:a16="http://schemas.microsoft.com/office/drawing/2014/main" id="{C7EEE23E-9B7E-FE77-C174-433E66B42D85}"/>
                </a:ext>
              </a:extLst>
            </p:cNvPr>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a:extLst>
                <a:ext uri="{FF2B5EF4-FFF2-40B4-BE49-F238E27FC236}">
                  <a16:creationId xmlns:a16="http://schemas.microsoft.com/office/drawing/2014/main" id="{52A98D69-A49E-61FA-607E-9808D2E21FE8}"/>
                </a:ext>
              </a:extLst>
            </p:cNvPr>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a:extLst>
                <a:ext uri="{FF2B5EF4-FFF2-40B4-BE49-F238E27FC236}">
                  <a16:creationId xmlns:a16="http://schemas.microsoft.com/office/drawing/2014/main" id="{61EB71CF-60B6-69D9-898A-6CD7CAABD4CE}"/>
                </a:ext>
              </a:extLst>
            </p:cNvPr>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a:extLst>
                <a:ext uri="{FF2B5EF4-FFF2-40B4-BE49-F238E27FC236}">
                  <a16:creationId xmlns:a16="http://schemas.microsoft.com/office/drawing/2014/main" id="{A815B9E0-7593-D81A-7E6E-45F57D37BD34}"/>
                </a:ext>
              </a:extLst>
            </p:cNvPr>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a:extLst>
                <a:ext uri="{FF2B5EF4-FFF2-40B4-BE49-F238E27FC236}">
                  <a16:creationId xmlns:a16="http://schemas.microsoft.com/office/drawing/2014/main" id="{F1C83BB8-3F2A-B264-BC90-7AF43A76B4E4}"/>
                </a:ext>
              </a:extLst>
            </p:cNvPr>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0">
            <a:extLst>
              <a:ext uri="{FF2B5EF4-FFF2-40B4-BE49-F238E27FC236}">
                <a16:creationId xmlns:a16="http://schemas.microsoft.com/office/drawing/2014/main" id="{2C9DB7B9-328C-3062-1DB2-4B5348E6E938}"/>
              </a:ext>
            </a:extLst>
          </p:cNvPr>
          <p:cNvGrpSpPr/>
          <p:nvPr/>
        </p:nvGrpSpPr>
        <p:grpSpPr>
          <a:xfrm>
            <a:off x="6406216" y="-3257"/>
            <a:ext cx="2737784" cy="1007516"/>
            <a:chOff x="5274000" y="-24823"/>
            <a:chExt cx="3870000" cy="1050648"/>
          </a:xfrm>
        </p:grpSpPr>
        <p:sp>
          <p:nvSpPr>
            <p:cNvPr id="1049" name="Google Shape;1049;p40">
              <a:extLst>
                <a:ext uri="{FF2B5EF4-FFF2-40B4-BE49-F238E27FC236}">
                  <a16:creationId xmlns:a16="http://schemas.microsoft.com/office/drawing/2014/main" id="{84216214-9297-A02B-EC2A-6BEDA7B09F26}"/>
                </a:ext>
              </a:extLst>
            </p:cNvPr>
            <p:cNvSpPr/>
            <p:nvPr/>
          </p:nvSpPr>
          <p:spPr>
            <a:xfrm rot="10800000">
              <a:off x="5952000" y="-24775"/>
              <a:ext cx="3192000" cy="1050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050" name="Google Shape;1050;p40">
              <a:extLst>
                <a:ext uri="{FF2B5EF4-FFF2-40B4-BE49-F238E27FC236}">
                  <a16:creationId xmlns:a16="http://schemas.microsoft.com/office/drawing/2014/main" id="{CE021FEB-2CF2-F987-250F-65DF82F12AFF}"/>
                </a:ext>
              </a:extLst>
            </p:cNvPr>
            <p:cNvSpPr/>
            <p:nvPr/>
          </p:nvSpPr>
          <p:spPr>
            <a:xfrm rot="10800000">
              <a:off x="5274000" y="-24823"/>
              <a:ext cx="3870000" cy="5736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051" name="Google Shape;1051;p40">
            <a:extLst>
              <a:ext uri="{FF2B5EF4-FFF2-40B4-BE49-F238E27FC236}">
                <a16:creationId xmlns:a16="http://schemas.microsoft.com/office/drawing/2014/main" id="{DA8C62E0-F26F-A741-F719-4BAA558DDC71}"/>
              </a:ext>
            </a:extLst>
          </p:cNvPr>
          <p:cNvSpPr/>
          <p:nvPr/>
        </p:nvSpPr>
        <p:spPr>
          <a:xfrm flipH="1">
            <a:off x="5879725" y="4336675"/>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pic>
        <p:nvPicPr>
          <p:cNvPr id="2" name="Picture 1" descr="Text Box 1, Textbox">
            <a:extLst>
              <a:ext uri="{FF2B5EF4-FFF2-40B4-BE49-F238E27FC236}">
                <a16:creationId xmlns:a16="http://schemas.microsoft.com/office/drawing/2014/main" id="{4CAC47B0-4BF1-A83F-0984-9B8A514B3B52}"/>
              </a:ext>
            </a:extLst>
          </p:cNvPr>
          <p:cNvPicPr>
            <a:picLocks noChangeAspect="1"/>
          </p:cNvPicPr>
          <p:nvPr/>
        </p:nvPicPr>
        <p:blipFill>
          <a:blip r:embed="rId3"/>
          <a:stretch>
            <a:fillRect/>
          </a:stretch>
        </p:blipFill>
        <p:spPr>
          <a:xfrm>
            <a:off x="1109662" y="1285246"/>
            <a:ext cx="6924675" cy="3133725"/>
          </a:xfrm>
          <a:prstGeom prst="rect">
            <a:avLst/>
          </a:prstGeom>
        </p:spPr>
      </p:pic>
    </p:spTree>
    <p:extLst>
      <p:ext uri="{BB962C8B-B14F-4D97-AF65-F5344CB8AC3E}">
        <p14:creationId xmlns:p14="http://schemas.microsoft.com/office/powerpoint/2010/main" val="191654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8">
          <a:extLst>
            <a:ext uri="{FF2B5EF4-FFF2-40B4-BE49-F238E27FC236}">
              <a16:creationId xmlns:a16="http://schemas.microsoft.com/office/drawing/2014/main" id="{891538D7-5E35-41F1-53C8-9F1303E945FB}"/>
            </a:ext>
          </a:extLst>
        </p:cNvPr>
        <p:cNvGrpSpPr/>
        <p:nvPr/>
      </p:nvGrpSpPr>
      <p:grpSpPr>
        <a:xfrm>
          <a:off x="0" y="0"/>
          <a:ext cx="0" cy="0"/>
          <a:chOff x="0" y="0"/>
          <a:chExt cx="0" cy="0"/>
        </a:xfrm>
      </p:grpSpPr>
      <p:sp>
        <p:nvSpPr>
          <p:cNvPr id="1009" name="Google Shape;1009;p40">
            <a:extLst>
              <a:ext uri="{FF2B5EF4-FFF2-40B4-BE49-F238E27FC236}">
                <a16:creationId xmlns:a16="http://schemas.microsoft.com/office/drawing/2014/main" id="{43FFCED6-0C02-A8A4-3063-7F6B89613F6C}"/>
              </a:ext>
            </a:extLst>
          </p:cNvPr>
          <p:cNvSpPr txBox="1">
            <a:spLocks noGrp="1"/>
          </p:cNvSpPr>
          <p:nvPr>
            <p:ph type="title"/>
          </p:nvPr>
        </p:nvSpPr>
        <p:spPr>
          <a:xfrm>
            <a:off x="1115486" y="496409"/>
            <a:ext cx="5990095" cy="509068"/>
          </a:xfrm>
          <a:prstGeom prst="rect">
            <a:avLst/>
          </a:prstGeom>
        </p:spPr>
        <p:txBody>
          <a:bodyPr spcFirstLastPara="1" wrap="square" lIns="91425" tIns="91425" rIns="91425" bIns="91425" anchor="b" anchorCtr="0">
            <a:noAutofit/>
          </a:bodyPr>
          <a:lstStyle/>
          <a:p>
            <a:r>
              <a:rPr lang="en" sz="2800"/>
              <a:t>Exploratory Data Analysis(4/4)</a:t>
            </a:r>
          </a:p>
        </p:txBody>
      </p:sp>
      <p:grpSp>
        <p:nvGrpSpPr>
          <p:cNvPr id="1011" name="Google Shape;1011;p40">
            <a:extLst>
              <a:ext uri="{FF2B5EF4-FFF2-40B4-BE49-F238E27FC236}">
                <a16:creationId xmlns:a16="http://schemas.microsoft.com/office/drawing/2014/main" id="{59AF99A8-BB20-92E9-71F0-762C6EED6579}"/>
              </a:ext>
            </a:extLst>
          </p:cNvPr>
          <p:cNvGrpSpPr/>
          <p:nvPr/>
        </p:nvGrpSpPr>
        <p:grpSpPr>
          <a:xfrm>
            <a:off x="-218875" y="-50400"/>
            <a:ext cx="1882500" cy="2095500"/>
            <a:chOff x="-218875" y="-50400"/>
            <a:chExt cx="1882500" cy="2095500"/>
          </a:xfrm>
        </p:grpSpPr>
        <p:sp>
          <p:nvSpPr>
            <p:cNvPr id="1012" name="Google Shape;1012;p40">
              <a:extLst>
                <a:ext uri="{FF2B5EF4-FFF2-40B4-BE49-F238E27FC236}">
                  <a16:creationId xmlns:a16="http://schemas.microsoft.com/office/drawing/2014/main" id="{B904803C-50DD-1AD6-BF2C-759C57EEE33C}"/>
                </a:ext>
              </a:extLst>
            </p:cNvPr>
            <p:cNvSpPr/>
            <p:nvPr/>
          </p:nvSpPr>
          <p:spPr>
            <a:xfrm>
              <a:off x="-218875" y="8908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013" name="Google Shape;1013;p40">
              <a:extLst>
                <a:ext uri="{FF2B5EF4-FFF2-40B4-BE49-F238E27FC236}">
                  <a16:creationId xmlns:a16="http://schemas.microsoft.com/office/drawing/2014/main" id="{059DE37E-7335-FE65-D540-CABE19985F2C}"/>
                </a:ext>
              </a:extLst>
            </p:cNvPr>
            <p:cNvGrpSpPr/>
            <p:nvPr/>
          </p:nvGrpSpPr>
          <p:grpSpPr>
            <a:xfrm>
              <a:off x="229313" y="-50400"/>
              <a:ext cx="986125" cy="2095500"/>
              <a:chOff x="7631225" y="2241175"/>
              <a:chExt cx="986125" cy="2095500"/>
            </a:xfrm>
          </p:grpSpPr>
          <p:cxnSp>
            <p:nvCxnSpPr>
              <p:cNvPr id="1014" name="Google Shape;1014;p40">
                <a:extLst>
                  <a:ext uri="{FF2B5EF4-FFF2-40B4-BE49-F238E27FC236}">
                    <a16:creationId xmlns:a16="http://schemas.microsoft.com/office/drawing/2014/main" id="{F1D8AFD9-7546-417A-BE10-D212F2138525}"/>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5" name="Google Shape;1015;p40">
                <a:extLst>
                  <a:ext uri="{FF2B5EF4-FFF2-40B4-BE49-F238E27FC236}">
                    <a16:creationId xmlns:a16="http://schemas.microsoft.com/office/drawing/2014/main" id="{96F8DA95-9B62-4039-86F3-FDF5A2BADC3B}"/>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6" name="Google Shape;1016;p40">
                <a:extLst>
                  <a:ext uri="{FF2B5EF4-FFF2-40B4-BE49-F238E27FC236}">
                    <a16:creationId xmlns:a16="http://schemas.microsoft.com/office/drawing/2014/main" id="{AB14F1BA-9476-3D3B-593D-23677F84FFE9}"/>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7" name="Google Shape;1017;p40">
                <a:extLst>
                  <a:ext uri="{FF2B5EF4-FFF2-40B4-BE49-F238E27FC236}">
                    <a16:creationId xmlns:a16="http://schemas.microsoft.com/office/drawing/2014/main" id="{36C9BA31-78C2-9547-19E9-389799C2C77C}"/>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8" name="Google Shape;1018;p40">
                <a:extLst>
                  <a:ext uri="{FF2B5EF4-FFF2-40B4-BE49-F238E27FC236}">
                    <a16:creationId xmlns:a16="http://schemas.microsoft.com/office/drawing/2014/main" id="{909989D0-537C-D465-F01F-29B8B9C628AC}"/>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9" name="Google Shape;1019;p40">
                <a:extLst>
                  <a:ext uri="{FF2B5EF4-FFF2-40B4-BE49-F238E27FC236}">
                    <a16:creationId xmlns:a16="http://schemas.microsoft.com/office/drawing/2014/main" id="{B6B98760-E9C2-4580-FFCA-9E6E644587D7}"/>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0" name="Google Shape;1020;p40">
                <a:extLst>
                  <a:ext uri="{FF2B5EF4-FFF2-40B4-BE49-F238E27FC236}">
                    <a16:creationId xmlns:a16="http://schemas.microsoft.com/office/drawing/2014/main" id="{B769CC03-3F42-A91D-2B1D-0AC2A353F523}"/>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1" name="Google Shape;1021;p40">
                <a:extLst>
                  <a:ext uri="{FF2B5EF4-FFF2-40B4-BE49-F238E27FC236}">
                    <a16:creationId xmlns:a16="http://schemas.microsoft.com/office/drawing/2014/main" id="{A2EEDC40-D934-54F6-DC25-AB82C6305F35}"/>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2" name="Google Shape;1022;p40">
                <a:extLst>
                  <a:ext uri="{FF2B5EF4-FFF2-40B4-BE49-F238E27FC236}">
                    <a16:creationId xmlns:a16="http://schemas.microsoft.com/office/drawing/2014/main" id="{0074196D-4F42-1458-D13D-3A65B61DF7EE}"/>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3" name="Google Shape;1023;p40">
                <a:extLst>
                  <a:ext uri="{FF2B5EF4-FFF2-40B4-BE49-F238E27FC236}">
                    <a16:creationId xmlns:a16="http://schemas.microsoft.com/office/drawing/2014/main" id="{B7795650-F21B-A945-22CB-B05150FB28C3}"/>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4" name="Google Shape;1024;p40">
                <a:extLst>
                  <a:ext uri="{FF2B5EF4-FFF2-40B4-BE49-F238E27FC236}">
                    <a16:creationId xmlns:a16="http://schemas.microsoft.com/office/drawing/2014/main" id="{9987E80D-737B-3A14-CE2D-50E5EBA9BDF3}"/>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5" name="Google Shape;1025;p40">
                <a:extLst>
                  <a:ext uri="{FF2B5EF4-FFF2-40B4-BE49-F238E27FC236}">
                    <a16:creationId xmlns:a16="http://schemas.microsoft.com/office/drawing/2014/main" id="{16B191F4-5B80-5114-7F10-5094B3BB7C5B}"/>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6" name="Google Shape;1026;p40">
                <a:extLst>
                  <a:ext uri="{FF2B5EF4-FFF2-40B4-BE49-F238E27FC236}">
                    <a16:creationId xmlns:a16="http://schemas.microsoft.com/office/drawing/2014/main" id="{EA45034A-398C-A874-FC4B-EAA5AB668C67}"/>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7" name="Google Shape;1027;p40">
                <a:extLst>
                  <a:ext uri="{FF2B5EF4-FFF2-40B4-BE49-F238E27FC236}">
                    <a16:creationId xmlns:a16="http://schemas.microsoft.com/office/drawing/2014/main" id="{EC326CC0-DE31-BFD4-5722-DB83B6ED5441}"/>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1028" name="Google Shape;1028;p40">
            <a:extLst>
              <a:ext uri="{FF2B5EF4-FFF2-40B4-BE49-F238E27FC236}">
                <a16:creationId xmlns:a16="http://schemas.microsoft.com/office/drawing/2014/main" id="{0571F381-2B98-AC3D-AF18-1E8AFFE2E181}"/>
              </a:ext>
            </a:extLst>
          </p:cNvPr>
          <p:cNvGrpSpPr/>
          <p:nvPr/>
        </p:nvGrpSpPr>
        <p:grpSpPr>
          <a:xfrm>
            <a:off x="2906038" y="4336663"/>
            <a:ext cx="1885275" cy="1884250"/>
            <a:chOff x="2609275" y="3149350"/>
            <a:chExt cx="1885275" cy="1884250"/>
          </a:xfrm>
        </p:grpSpPr>
        <p:sp>
          <p:nvSpPr>
            <p:cNvPr id="1029" name="Google Shape;1029;p40">
              <a:extLst>
                <a:ext uri="{FF2B5EF4-FFF2-40B4-BE49-F238E27FC236}">
                  <a16:creationId xmlns:a16="http://schemas.microsoft.com/office/drawing/2014/main" id="{B231D324-16E4-1EB2-98CE-945BD454B56C}"/>
                </a:ext>
              </a:extLst>
            </p:cNvPr>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a:extLst>
                <a:ext uri="{FF2B5EF4-FFF2-40B4-BE49-F238E27FC236}">
                  <a16:creationId xmlns:a16="http://schemas.microsoft.com/office/drawing/2014/main" id="{AED23230-6BD8-70C0-71B1-9FA6FDB98EAE}"/>
                </a:ext>
              </a:extLst>
            </p:cNvPr>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a:extLst>
                <a:ext uri="{FF2B5EF4-FFF2-40B4-BE49-F238E27FC236}">
                  <a16:creationId xmlns:a16="http://schemas.microsoft.com/office/drawing/2014/main" id="{EE2F5708-B5C2-E728-966A-FC12E6C519A4}"/>
                </a:ext>
              </a:extLst>
            </p:cNvPr>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a:extLst>
                <a:ext uri="{FF2B5EF4-FFF2-40B4-BE49-F238E27FC236}">
                  <a16:creationId xmlns:a16="http://schemas.microsoft.com/office/drawing/2014/main" id="{E64FF113-B8D7-5FCC-DBA8-07070FE2EA4B}"/>
                </a:ext>
              </a:extLst>
            </p:cNvPr>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a:extLst>
                <a:ext uri="{FF2B5EF4-FFF2-40B4-BE49-F238E27FC236}">
                  <a16:creationId xmlns:a16="http://schemas.microsoft.com/office/drawing/2014/main" id="{0DC7A8C4-1C85-E713-3B77-E4A6AE4253A1}"/>
                </a:ext>
              </a:extLst>
            </p:cNvPr>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a:extLst>
                <a:ext uri="{FF2B5EF4-FFF2-40B4-BE49-F238E27FC236}">
                  <a16:creationId xmlns:a16="http://schemas.microsoft.com/office/drawing/2014/main" id="{A9E493FD-16B7-E4AA-99DA-C3BD19837874}"/>
                </a:ext>
              </a:extLst>
            </p:cNvPr>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a:extLst>
                <a:ext uri="{FF2B5EF4-FFF2-40B4-BE49-F238E27FC236}">
                  <a16:creationId xmlns:a16="http://schemas.microsoft.com/office/drawing/2014/main" id="{7C25B0E5-38CD-8E15-7FFD-B6F5698C95B6}"/>
                </a:ext>
              </a:extLst>
            </p:cNvPr>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a:extLst>
                <a:ext uri="{FF2B5EF4-FFF2-40B4-BE49-F238E27FC236}">
                  <a16:creationId xmlns:a16="http://schemas.microsoft.com/office/drawing/2014/main" id="{066BCCE8-BF62-9D03-A9D2-A9A2C5974A9D}"/>
                </a:ext>
              </a:extLst>
            </p:cNvPr>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a:extLst>
                <a:ext uri="{FF2B5EF4-FFF2-40B4-BE49-F238E27FC236}">
                  <a16:creationId xmlns:a16="http://schemas.microsoft.com/office/drawing/2014/main" id="{96C2ED92-695C-8107-6C47-2328A92B7297}"/>
                </a:ext>
              </a:extLst>
            </p:cNvPr>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a:extLst>
                <a:ext uri="{FF2B5EF4-FFF2-40B4-BE49-F238E27FC236}">
                  <a16:creationId xmlns:a16="http://schemas.microsoft.com/office/drawing/2014/main" id="{A52B92D1-CB71-D5D4-EBC3-CCE589B64714}"/>
                </a:ext>
              </a:extLst>
            </p:cNvPr>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a:extLst>
                <a:ext uri="{FF2B5EF4-FFF2-40B4-BE49-F238E27FC236}">
                  <a16:creationId xmlns:a16="http://schemas.microsoft.com/office/drawing/2014/main" id="{ADCFFB25-4F8E-681F-8556-B7CD794C68D4}"/>
                </a:ext>
              </a:extLst>
            </p:cNvPr>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a:extLst>
                <a:ext uri="{FF2B5EF4-FFF2-40B4-BE49-F238E27FC236}">
                  <a16:creationId xmlns:a16="http://schemas.microsoft.com/office/drawing/2014/main" id="{E56A3BEE-CDBA-E8A4-6AF6-DC73D6357B2C}"/>
                </a:ext>
              </a:extLst>
            </p:cNvPr>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a:extLst>
                <a:ext uri="{FF2B5EF4-FFF2-40B4-BE49-F238E27FC236}">
                  <a16:creationId xmlns:a16="http://schemas.microsoft.com/office/drawing/2014/main" id="{504D75C5-F327-4BDE-F474-7EA4979AC5B6}"/>
                </a:ext>
              </a:extLst>
            </p:cNvPr>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a:extLst>
                <a:ext uri="{FF2B5EF4-FFF2-40B4-BE49-F238E27FC236}">
                  <a16:creationId xmlns:a16="http://schemas.microsoft.com/office/drawing/2014/main" id="{7054387E-725C-B556-2646-364C5E82A85D}"/>
                </a:ext>
              </a:extLst>
            </p:cNvPr>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a:extLst>
                <a:ext uri="{FF2B5EF4-FFF2-40B4-BE49-F238E27FC236}">
                  <a16:creationId xmlns:a16="http://schemas.microsoft.com/office/drawing/2014/main" id="{C72407DF-DF31-C9B5-5A93-6F63C24E1117}"/>
                </a:ext>
              </a:extLst>
            </p:cNvPr>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a:extLst>
                <a:ext uri="{FF2B5EF4-FFF2-40B4-BE49-F238E27FC236}">
                  <a16:creationId xmlns:a16="http://schemas.microsoft.com/office/drawing/2014/main" id="{2FBCF85E-63E5-74E1-1D3A-770E8105FB13}"/>
                </a:ext>
              </a:extLst>
            </p:cNvPr>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a:extLst>
                <a:ext uri="{FF2B5EF4-FFF2-40B4-BE49-F238E27FC236}">
                  <a16:creationId xmlns:a16="http://schemas.microsoft.com/office/drawing/2014/main" id="{D925C8D4-FF6A-8476-949A-5F0ACE7C6127}"/>
                </a:ext>
              </a:extLst>
            </p:cNvPr>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a:extLst>
                <a:ext uri="{FF2B5EF4-FFF2-40B4-BE49-F238E27FC236}">
                  <a16:creationId xmlns:a16="http://schemas.microsoft.com/office/drawing/2014/main" id="{C6196C99-2825-88D0-472A-21EEE80CC668}"/>
                </a:ext>
              </a:extLst>
            </p:cNvPr>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a:extLst>
                <a:ext uri="{FF2B5EF4-FFF2-40B4-BE49-F238E27FC236}">
                  <a16:creationId xmlns:a16="http://schemas.microsoft.com/office/drawing/2014/main" id="{C6043004-854B-4E19-15B6-705F0670E377}"/>
                </a:ext>
              </a:extLst>
            </p:cNvPr>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0">
            <a:extLst>
              <a:ext uri="{FF2B5EF4-FFF2-40B4-BE49-F238E27FC236}">
                <a16:creationId xmlns:a16="http://schemas.microsoft.com/office/drawing/2014/main" id="{48AA1FF5-5CBC-6496-20A6-535803C0E3CD}"/>
              </a:ext>
            </a:extLst>
          </p:cNvPr>
          <p:cNvGrpSpPr/>
          <p:nvPr/>
        </p:nvGrpSpPr>
        <p:grpSpPr>
          <a:xfrm>
            <a:off x="6406216" y="-3257"/>
            <a:ext cx="2737784" cy="1007516"/>
            <a:chOff x="5274000" y="-24823"/>
            <a:chExt cx="3870000" cy="1050648"/>
          </a:xfrm>
        </p:grpSpPr>
        <p:sp>
          <p:nvSpPr>
            <p:cNvPr id="1049" name="Google Shape;1049;p40">
              <a:extLst>
                <a:ext uri="{FF2B5EF4-FFF2-40B4-BE49-F238E27FC236}">
                  <a16:creationId xmlns:a16="http://schemas.microsoft.com/office/drawing/2014/main" id="{0B614B0C-E626-BD5F-C185-4001141C198D}"/>
                </a:ext>
              </a:extLst>
            </p:cNvPr>
            <p:cNvSpPr/>
            <p:nvPr/>
          </p:nvSpPr>
          <p:spPr>
            <a:xfrm rot="10800000">
              <a:off x="5952000" y="-24775"/>
              <a:ext cx="3192000" cy="1050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050" name="Google Shape;1050;p40">
              <a:extLst>
                <a:ext uri="{FF2B5EF4-FFF2-40B4-BE49-F238E27FC236}">
                  <a16:creationId xmlns:a16="http://schemas.microsoft.com/office/drawing/2014/main" id="{6E3C3571-30FA-BBE3-A18C-E338FB1882F8}"/>
                </a:ext>
              </a:extLst>
            </p:cNvPr>
            <p:cNvSpPr/>
            <p:nvPr/>
          </p:nvSpPr>
          <p:spPr>
            <a:xfrm rot="10800000">
              <a:off x="5274000" y="-24823"/>
              <a:ext cx="3870000" cy="5736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051" name="Google Shape;1051;p40">
            <a:extLst>
              <a:ext uri="{FF2B5EF4-FFF2-40B4-BE49-F238E27FC236}">
                <a16:creationId xmlns:a16="http://schemas.microsoft.com/office/drawing/2014/main" id="{3E883CD5-584A-806E-B4C5-81D790B3CF9E}"/>
              </a:ext>
            </a:extLst>
          </p:cNvPr>
          <p:cNvSpPr/>
          <p:nvPr/>
        </p:nvSpPr>
        <p:spPr>
          <a:xfrm flipH="1">
            <a:off x="5879725" y="4336675"/>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aphicFrame>
        <p:nvGraphicFramePr>
          <p:cNvPr id="4" name="Table 3">
            <a:extLst>
              <a:ext uri="{FF2B5EF4-FFF2-40B4-BE49-F238E27FC236}">
                <a16:creationId xmlns:a16="http://schemas.microsoft.com/office/drawing/2014/main" id="{09F30075-F990-51AA-88B9-F8D31F2BA654}"/>
              </a:ext>
            </a:extLst>
          </p:cNvPr>
          <p:cNvGraphicFramePr>
            <a:graphicFrameLocks noGrp="1"/>
          </p:cNvGraphicFramePr>
          <p:nvPr>
            <p:extLst>
              <p:ext uri="{D42A27DB-BD31-4B8C-83A1-F6EECF244321}">
                <p14:modId xmlns:p14="http://schemas.microsoft.com/office/powerpoint/2010/main" val="1239143317"/>
              </p:ext>
            </p:extLst>
          </p:nvPr>
        </p:nvGraphicFramePr>
        <p:xfrm>
          <a:off x="1657080" y="1805397"/>
          <a:ext cx="5743575" cy="2240728"/>
        </p:xfrm>
        <a:graphic>
          <a:graphicData uri="http://schemas.openxmlformats.org/drawingml/2006/table">
            <a:tbl>
              <a:tblPr bandRow="1">
                <a:tableStyleId>{B4B449A3-08EB-4F43-9188-C903AEF4F423}</a:tableStyleId>
              </a:tblPr>
              <a:tblGrid>
                <a:gridCol w="1914525">
                  <a:extLst>
                    <a:ext uri="{9D8B030D-6E8A-4147-A177-3AD203B41FA5}">
                      <a16:colId xmlns:a16="http://schemas.microsoft.com/office/drawing/2014/main" val="3342364544"/>
                    </a:ext>
                  </a:extLst>
                </a:gridCol>
                <a:gridCol w="1914525">
                  <a:extLst>
                    <a:ext uri="{9D8B030D-6E8A-4147-A177-3AD203B41FA5}">
                      <a16:colId xmlns:a16="http://schemas.microsoft.com/office/drawing/2014/main" val="2044736997"/>
                    </a:ext>
                  </a:extLst>
                </a:gridCol>
                <a:gridCol w="1914525">
                  <a:extLst>
                    <a:ext uri="{9D8B030D-6E8A-4147-A177-3AD203B41FA5}">
                      <a16:colId xmlns:a16="http://schemas.microsoft.com/office/drawing/2014/main" val="3294584809"/>
                    </a:ext>
                  </a:extLst>
                </a:gridCol>
              </a:tblGrid>
              <a:tr h="0">
                <a:tc>
                  <a:txBody>
                    <a:bodyPr/>
                    <a:lstStyle/>
                    <a:p>
                      <a:pPr rtl="0" fontAlgn="base">
                        <a:lnSpc>
                          <a:spcPts val="2025"/>
                        </a:lnSpc>
                        <a:buNone/>
                      </a:pPr>
                      <a:r>
                        <a:rPr lang="en-US" sz="1400" b="1">
                          <a:effectLst/>
                          <a:latin typeface="Maven Pro"/>
                        </a:rPr>
                        <a:t>Service Categories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1">
                          <a:effectLst/>
                          <a:latin typeface="Maven Pro"/>
                        </a:rPr>
                        <a:t>Service Type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1">
                          <a:effectLst/>
                          <a:latin typeface="Maven Pro"/>
                        </a:rPr>
                        <a:t>Churn Rate (%)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98668881"/>
                  </a:ext>
                </a:extLst>
              </a:tr>
              <a:tr h="0">
                <a:tc>
                  <a:txBody>
                    <a:bodyPr/>
                    <a:lstStyle/>
                    <a:p>
                      <a:pPr rtl="0" fontAlgn="base">
                        <a:lnSpc>
                          <a:spcPts val="2025"/>
                        </a:lnSpc>
                        <a:buNone/>
                      </a:pPr>
                      <a:r>
                        <a:rPr lang="en-US" sz="1400" b="0">
                          <a:effectLst/>
                          <a:latin typeface="Maven Pro"/>
                        </a:rPr>
                        <a:t>Add-Ons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Security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29.8%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47320725"/>
                  </a:ext>
                </a:extLst>
              </a:tr>
              <a:tr h="0">
                <a:tc>
                  <a:txBody>
                    <a:bodyPr/>
                    <a:lstStyle/>
                    <a:p>
                      <a:pPr rtl="0" fontAlgn="base">
                        <a:lnSpc>
                          <a:spcPts val="2025"/>
                        </a:lnSpc>
                        <a:buNone/>
                      </a:pPr>
                      <a:endParaRPr lang="en-US" sz="1400" b="0">
                        <a:effectLst/>
                        <a:latin typeface="Maven Pro"/>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Protection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43.1%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9629155"/>
                  </a:ext>
                </a:extLst>
              </a:tr>
              <a:tr h="0">
                <a:tc>
                  <a:txBody>
                    <a:bodyPr/>
                    <a:lstStyle/>
                    <a:p>
                      <a:pPr rtl="0" fontAlgn="base">
                        <a:lnSpc>
                          <a:spcPts val="2025"/>
                        </a:lnSpc>
                        <a:buNone/>
                      </a:pPr>
                      <a:endParaRPr lang="en-US" sz="1400" b="0">
                        <a:effectLst/>
                        <a:latin typeface="Maven Pro"/>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Backup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38.1%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6773644"/>
                  </a:ext>
                </a:extLst>
              </a:tr>
              <a:tr h="0">
                <a:tc>
                  <a:txBody>
                    <a:bodyPr/>
                    <a:lstStyle/>
                    <a:p>
                      <a:pPr rtl="0" fontAlgn="base">
                        <a:lnSpc>
                          <a:spcPts val="2025"/>
                        </a:lnSpc>
                        <a:buNone/>
                      </a:pPr>
                      <a:r>
                        <a:rPr lang="en-US" sz="1400" b="0">
                          <a:effectLst/>
                          <a:latin typeface="Maven Pro"/>
                        </a:rPr>
                        <a:t>Streaming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Stream TV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50.8%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55430425"/>
                  </a:ext>
                </a:extLst>
              </a:tr>
              <a:tr h="0">
                <a:tc>
                  <a:txBody>
                    <a:bodyPr/>
                    <a:lstStyle/>
                    <a:p>
                      <a:pPr rtl="0" fontAlgn="base">
                        <a:lnSpc>
                          <a:spcPts val="2025"/>
                        </a:lnSpc>
                        <a:buNone/>
                      </a:pPr>
                      <a:endParaRPr lang="en-US" sz="1400" b="0">
                        <a:effectLst/>
                        <a:latin typeface="Maven Pro"/>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Stream Movies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50.1%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21102534"/>
                  </a:ext>
                </a:extLst>
              </a:tr>
              <a:tr h="0">
                <a:tc>
                  <a:txBody>
                    <a:bodyPr/>
                    <a:lstStyle/>
                    <a:p>
                      <a:pPr rtl="0" fontAlgn="base">
                        <a:lnSpc>
                          <a:spcPts val="2025"/>
                        </a:lnSpc>
                        <a:buNone/>
                      </a:pPr>
                      <a:endParaRPr lang="en-US" sz="1400" b="0">
                        <a:effectLst/>
                        <a:latin typeface="Maven Pro"/>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Stream Music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2025"/>
                        </a:lnSpc>
                        <a:buNone/>
                      </a:pPr>
                      <a:r>
                        <a:rPr lang="en-US" sz="1400" b="0">
                          <a:effectLst/>
                          <a:latin typeface="Maven Pro"/>
                        </a:rPr>
                        <a:t>50.3%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71427837"/>
                  </a:ext>
                </a:extLst>
              </a:tr>
            </a:tbl>
          </a:graphicData>
        </a:graphic>
      </p:graphicFrame>
      <p:sp>
        <p:nvSpPr>
          <p:cNvPr id="2" name="TextBox 1">
            <a:extLst>
              <a:ext uri="{FF2B5EF4-FFF2-40B4-BE49-F238E27FC236}">
                <a16:creationId xmlns:a16="http://schemas.microsoft.com/office/drawing/2014/main" id="{AD7F370A-DD20-1D6A-6B98-433D96A71EA5}"/>
              </a:ext>
            </a:extLst>
          </p:cNvPr>
          <p:cNvSpPr txBox="1"/>
          <p:nvPr/>
        </p:nvSpPr>
        <p:spPr>
          <a:xfrm>
            <a:off x="1459284" y="1190469"/>
            <a:ext cx="613760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Customer churn rate by service categories</a:t>
            </a:r>
          </a:p>
        </p:txBody>
      </p:sp>
    </p:spTree>
    <p:extLst>
      <p:ext uri="{BB962C8B-B14F-4D97-AF65-F5344CB8AC3E}">
        <p14:creationId xmlns:p14="http://schemas.microsoft.com/office/powerpoint/2010/main" val="1463891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5">
          <a:extLst>
            <a:ext uri="{FF2B5EF4-FFF2-40B4-BE49-F238E27FC236}">
              <a16:creationId xmlns:a16="http://schemas.microsoft.com/office/drawing/2014/main" id="{026D09D7-B254-C832-5525-F6CECAE3DE6C}"/>
            </a:ext>
          </a:extLst>
        </p:cNvPr>
        <p:cNvGrpSpPr/>
        <p:nvPr/>
      </p:nvGrpSpPr>
      <p:grpSpPr>
        <a:xfrm>
          <a:off x="0" y="0"/>
          <a:ext cx="0" cy="0"/>
          <a:chOff x="0" y="0"/>
          <a:chExt cx="0" cy="0"/>
        </a:xfrm>
      </p:grpSpPr>
      <p:sp>
        <p:nvSpPr>
          <p:cNvPr id="1166" name="Google Shape;1166;p46">
            <a:extLst>
              <a:ext uri="{FF2B5EF4-FFF2-40B4-BE49-F238E27FC236}">
                <a16:creationId xmlns:a16="http://schemas.microsoft.com/office/drawing/2014/main" id="{60FA215F-1261-418D-F102-5FD1A1FD776D}"/>
              </a:ext>
            </a:extLst>
          </p:cNvPr>
          <p:cNvSpPr txBox="1">
            <a:spLocks noGrp="1"/>
          </p:cNvSpPr>
          <p:nvPr>
            <p:ph type="title"/>
          </p:nvPr>
        </p:nvSpPr>
        <p:spPr>
          <a:xfrm>
            <a:off x="722375" y="399321"/>
            <a:ext cx="7699200" cy="572700"/>
          </a:xfrm>
          <a:prstGeom prst="rect">
            <a:avLst/>
          </a:prstGeom>
        </p:spPr>
        <p:txBody>
          <a:bodyPr spcFirstLastPara="1" wrap="square" lIns="91425" tIns="91425" rIns="91425" bIns="91425" anchor="t" anchorCtr="0">
            <a:noAutofit/>
          </a:bodyPr>
          <a:lstStyle/>
          <a:p>
            <a:pPr algn="ctr"/>
            <a:r>
              <a:rPr lang="en"/>
              <a:t>Feature Engineering</a:t>
            </a:r>
          </a:p>
        </p:txBody>
      </p:sp>
      <p:sp>
        <p:nvSpPr>
          <p:cNvPr id="1167" name="Google Shape;1167;p46">
            <a:extLst>
              <a:ext uri="{FF2B5EF4-FFF2-40B4-BE49-F238E27FC236}">
                <a16:creationId xmlns:a16="http://schemas.microsoft.com/office/drawing/2014/main" id="{0911AE4B-7DB1-C6B3-DE1A-361E4A4552D8}"/>
              </a:ext>
            </a:extLst>
          </p:cNvPr>
          <p:cNvSpPr txBox="1">
            <a:spLocks noGrp="1"/>
          </p:cNvSpPr>
          <p:nvPr>
            <p:ph type="subTitle" idx="1"/>
          </p:nvPr>
        </p:nvSpPr>
        <p:spPr>
          <a:xfrm>
            <a:off x="938732" y="2684639"/>
            <a:ext cx="3317138" cy="1242300"/>
          </a:xfrm>
          <a:prstGeom prst="rect">
            <a:avLst/>
          </a:prstGeom>
        </p:spPr>
        <p:txBody>
          <a:bodyPr spcFirstLastPara="1" wrap="square" lIns="91425" tIns="91425" rIns="91425" bIns="91425" anchor="t" anchorCtr="0">
            <a:noAutofit/>
          </a:bodyPr>
          <a:lstStyle/>
          <a:p>
            <a:pPr marL="0" indent="0" algn="just">
              <a:lnSpc>
                <a:spcPct val="150000"/>
              </a:lnSpc>
            </a:pPr>
            <a:r>
              <a:rPr lang="en-US" sz="1400"/>
              <a:t>Add-ons will be combined to create a binary variable. Representing the overall customer engagement. </a:t>
            </a:r>
          </a:p>
        </p:txBody>
      </p:sp>
      <p:sp>
        <p:nvSpPr>
          <p:cNvPr id="1168" name="Google Shape;1168;p46">
            <a:extLst>
              <a:ext uri="{FF2B5EF4-FFF2-40B4-BE49-F238E27FC236}">
                <a16:creationId xmlns:a16="http://schemas.microsoft.com/office/drawing/2014/main" id="{15058019-3A1F-CD69-2E59-CBCF34018054}"/>
              </a:ext>
            </a:extLst>
          </p:cNvPr>
          <p:cNvSpPr txBox="1">
            <a:spLocks noGrp="1"/>
          </p:cNvSpPr>
          <p:nvPr>
            <p:ph type="subTitle" idx="2"/>
          </p:nvPr>
        </p:nvSpPr>
        <p:spPr>
          <a:xfrm>
            <a:off x="5071850" y="2683360"/>
            <a:ext cx="3133827" cy="1680755"/>
          </a:xfrm>
          <a:prstGeom prst="rect">
            <a:avLst/>
          </a:prstGeom>
        </p:spPr>
        <p:txBody>
          <a:bodyPr spcFirstLastPara="1" wrap="square" lIns="91425" tIns="91425" rIns="91425" bIns="91425" anchor="t" anchorCtr="0">
            <a:noAutofit/>
          </a:bodyPr>
          <a:lstStyle/>
          <a:p>
            <a:pPr marL="0" indent="0" algn="just">
              <a:lnSpc>
                <a:spcPct val="150000"/>
              </a:lnSpc>
            </a:pPr>
            <a:r>
              <a:rPr lang="en" sz="1400" err="1"/>
              <a:t>Recent_offer</a:t>
            </a:r>
            <a:r>
              <a:rPr lang="en" sz="1400"/>
              <a:t> will be converted to a binary variable. Indicating whether a customer received an offer or not.</a:t>
            </a:r>
            <a:endParaRPr lang="en-US" sz="1400"/>
          </a:p>
        </p:txBody>
      </p:sp>
      <p:sp>
        <p:nvSpPr>
          <p:cNvPr id="1169" name="Google Shape;1169;p46">
            <a:extLst>
              <a:ext uri="{FF2B5EF4-FFF2-40B4-BE49-F238E27FC236}">
                <a16:creationId xmlns:a16="http://schemas.microsoft.com/office/drawing/2014/main" id="{7DB2B685-58EF-884C-547D-4471438442DD}"/>
              </a:ext>
            </a:extLst>
          </p:cNvPr>
          <p:cNvSpPr txBox="1">
            <a:spLocks noGrp="1"/>
          </p:cNvSpPr>
          <p:nvPr>
            <p:ph type="subTitle" idx="3"/>
          </p:nvPr>
        </p:nvSpPr>
        <p:spPr>
          <a:xfrm>
            <a:off x="1404720" y="2278306"/>
            <a:ext cx="2534911" cy="402900"/>
          </a:xfrm>
          <a:prstGeom prst="rect">
            <a:avLst/>
          </a:prstGeom>
        </p:spPr>
        <p:txBody>
          <a:bodyPr spcFirstLastPara="1" wrap="square" lIns="91425" tIns="91425" rIns="91425" bIns="91425" anchor="b" anchorCtr="0">
            <a:noAutofit/>
          </a:bodyPr>
          <a:lstStyle/>
          <a:p>
            <a:pPr marL="0" indent="0"/>
            <a:r>
              <a:rPr lang="en"/>
              <a:t>Add-Ons services</a:t>
            </a:r>
          </a:p>
        </p:txBody>
      </p:sp>
      <p:sp>
        <p:nvSpPr>
          <p:cNvPr id="1170" name="Google Shape;1170;p46">
            <a:extLst>
              <a:ext uri="{FF2B5EF4-FFF2-40B4-BE49-F238E27FC236}">
                <a16:creationId xmlns:a16="http://schemas.microsoft.com/office/drawing/2014/main" id="{0037F8B2-75E0-60B0-E1C0-8A4752A03F07}"/>
              </a:ext>
            </a:extLst>
          </p:cNvPr>
          <p:cNvSpPr txBox="1">
            <a:spLocks noGrp="1"/>
          </p:cNvSpPr>
          <p:nvPr>
            <p:ph type="subTitle" idx="4"/>
          </p:nvPr>
        </p:nvSpPr>
        <p:spPr>
          <a:xfrm>
            <a:off x="5545821" y="2235174"/>
            <a:ext cx="2044744" cy="392117"/>
          </a:xfrm>
          <a:prstGeom prst="rect">
            <a:avLst/>
          </a:prstGeom>
        </p:spPr>
        <p:txBody>
          <a:bodyPr spcFirstLastPara="1" wrap="square" lIns="91425" tIns="91425" rIns="91425" bIns="91425" anchor="b" anchorCtr="0">
            <a:noAutofit/>
          </a:bodyPr>
          <a:lstStyle/>
          <a:p>
            <a:pPr marL="0" indent="0" algn="ctr"/>
            <a:r>
              <a:rPr lang="en"/>
              <a:t>Recent offer</a:t>
            </a:r>
          </a:p>
        </p:txBody>
      </p:sp>
      <p:sp>
        <p:nvSpPr>
          <p:cNvPr id="1173" name="Google Shape;1173;p46">
            <a:extLst>
              <a:ext uri="{FF2B5EF4-FFF2-40B4-BE49-F238E27FC236}">
                <a16:creationId xmlns:a16="http://schemas.microsoft.com/office/drawing/2014/main" id="{ED520BDE-BAD1-C68D-1421-1132A97CEC33}"/>
              </a:ext>
            </a:extLst>
          </p:cNvPr>
          <p:cNvSpPr/>
          <p:nvPr/>
        </p:nvSpPr>
        <p:spPr>
          <a:xfrm>
            <a:off x="2144759" y="1204404"/>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4" name="Google Shape;1174;p46">
            <a:extLst>
              <a:ext uri="{FF2B5EF4-FFF2-40B4-BE49-F238E27FC236}">
                <a16:creationId xmlns:a16="http://schemas.microsoft.com/office/drawing/2014/main" id="{3128C099-1080-72E6-1B32-C5991A96CB14}"/>
              </a:ext>
            </a:extLst>
          </p:cNvPr>
          <p:cNvSpPr/>
          <p:nvPr/>
        </p:nvSpPr>
        <p:spPr>
          <a:xfrm>
            <a:off x="6130349" y="1208115"/>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 name="Google Shape;10711;p88">
            <a:extLst>
              <a:ext uri="{FF2B5EF4-FFF2-40B4-BE49-F238E27FC236}">
                <a16:creationId xmlns:a16="http://schemas.microsoft.com/office/drawing/2014/main" id="{34792ECD-7B08-53FE-CAC0-FC0D680017E2}"/>
              </a:ext>
            </a:extLst>
          </p:cNvPr>
          <p:cNvSpPr/>
          <p:nvPr/>
        </p:nvSpPr>
        <p:spPr>
          <a:xfrm>
            <a:off x="6383237" y="1441729"/>
            <a:ext cx="440986" cy="440987"/>
          </a:xfrm>
          <a:custGeom>
            <a:avLst/>
            <a:gdLst/>
            <a:ahLst/>
            <a:cxnLst/>
            <a:rect l="l" t="t" r="r" b="b"/>
            <a:pathLst>
              <a:path w="11153" h="11713" extrusionOk="0">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highlight>
                <a:srgbClr val="000080"/>
              </a:highlight>
            </a:endParaRPr>
          </a:p>
        </p:txBody>
      </p:sp>
      <p:sp>
        <p:nvSpPr>
          <p:cNvPr id="3" name="TextBox 2">
            <a:extLst>
              <a:ext uri="{FF2B5EF4-FFF2-40B4-BE49-F238E27FC236}">
                <a16:creationId xmlns:a16="http://schemas.microsoft.com/office/drawing/2014/main" id="{AC0498A5-AF7F-84DF-5F7A-703EE851FCD3}"/>
              </a:ext>
            </a:extLst>
          </p:cNvPr>
          <p:cNvSpPr txBox="1"/>
          <p:nvPr/>
        </p:nvSpPr>
        <p:spPr>
          <a:xfrm>
            <a:off x="6822332" y="2321668"/>
            <a:ext cx="184731" cy="307777"/>
          </a:xfrm>
          <a:prstGeom prst="rect">
            <a:avLst/>
          </a:prstGeom>
          <a:noFill/>
        </p:spPr>
        <p:txBody>
          <a:bodyPr wrap="none" rtlCol="0">
            <a:spAutoFit/>
          </a:bodyPr>
          <a:lstStyle/>
          <a:p>
            <a:endParaRPr lang="en-US"/>
          </a:p>
        </p:txBody>
      </p:sp>
      <p:grpSp>
        <p:nvGrpSpPr>
          <p:cNvPr id="10" name="Google Shape;1802;p72">
            <a:extLst>
              <a:ext uri="{FF2B5EF4-FFF2-40B4-BE49-F238E27FC236}">
                <a16:creationId xmlns:a16="http://schemas.microsoft.com/office/drawing/2014/main" id="{BC4F8427-4E74-C19F-14D8-78834DF520D4}"/>
              </a:ext>
            </a:extLst>
          </p:cNvPr>
          <p:cNvGrpSpPr/>
          <p:nvPr/>
        </p:nvGrpSpPr>
        <p:grpSpPr>
          <a:xfrm>
            <a:off x="2354072" y="1434507"/>
            <a:ext cx="460373" cy="440591"/>
            <a:chOff x="5402502" y="2999025"/>
            <a:chExt cx="460373" cy="440591"/>
          </a:xfrm>
        </p:grpSpPr>
        <p:sp>
          <p:nvSpPr>
            <p:cNvPr id="11" name="Google Shape;1803;p72">
              <a:extLst>
                <a:ext uri="{FF2B5EF4-FFF2-40B4-BE49-F238E27FC236}">
                  <a16:creationId xmlns:a16="http://schemas.microsoft.com/office/drawing/2014/main" id="{51DB569A-99AB-C767-169C-EE6E3CEA2841}"/>
                </a:ext>
              </a:extLst>
            </p:cNvPr>
            <p:cNvSpPr/>
            <p:nvPr/>
          </p:nvSpPr>
          <p:spPr>
            <a:xfrm>
              <a:off x="5402502" y="2999025"/>
              <a:ext cx="329104" cy="440591"/>
            </a:xfrm>
            <a:custGeom>
              <a:avLst/>
              <a:gdLst/>
              <a:ahLst/>
              <a:cxnLst/>
              <a:rect l="l" t="t" r="r" b="b"/>
              <a:pathLst>
                <a:path w="329104" h="440591" extrusionOk="0">
                  <a:moveTo>
                    <a:pt x="315275" y="0"/>
                  </a:moveTo>
                  <a:lnTo>
                    <a:pt x="13820" y="0"/>
                  </a:lnTo>
                  <a:cubicBezTo>
                    <a:pt x="6187" y="0"/>
                    <a:pt x="0" y="6186"/>
                    <a:pt x="0" y="13820"/>
                  </a:cubicBezTo>
                  <a:lnTo>
                    <a:pt x="0" y="426771"/>
                  </a:lnTo>
                  <a:cubicBezTo>
                    <a:pt x="0" y="434406"/>
                    <a:pt x="6187" y="440592"/>
                    <a:pt x="13820" y="440592"/>
                  </a:cubicBezTo>
                  <a:lnTo>
                    <a:pt x="230133" y="440592"/>
                  </a:lnTo>
                  <a:cubicBezTo>
                    <a:pt x="233801" y="440592"/>
                    <a:pt x="237317" y="439135"/>
                    <a:pt x="239916" y="436537"/>
                  </a:cubicBezTo>
                  <a:lnTo>
                    <a:pt x="325058" y="351340"/>
                  </a:lnTo>
                  <a:cubicBezTo>
                    <a:pt x="327648" y="348751"/>
                    <a:pt x="329104" y="345235"/>
                    <a:pt x="329104" y="341567"/>
                  </a:cubicBezTo>
                  <a:lnTo>
                    <a:pt x="329104" y="13820"/>
                  </a:lnTo>
                  <a:cubicBezTo>
                    <a:pt x="329104" y="6186"/>
                    <a:pt x="322918" y="0"/>
                    <a:pt x="315284" y="0"/>
                  </a:cubicBezTo>
                  <a:close/>
                  <a:moveTo>
                    <a:pt x="243674" y="393251"/>
                  </a:moveTo>
                  <a:lnTo>
                    <a:pt x="243674" y="355171"/>
                  </a:lnTo>
                  <a:lnTo>
                    <a:pt x="281754" y="355171"/>
                  </a:lnTo>
                  <a:lnTo>
                    <a:pt x="243674" y="393251"/>
                  </a:lnTo>
                  <a:close/>
                  <a:moveTo>
                    <a:pt x="302120" y="327297"/>
                  </a:moveTo>
                  <a:lnTo>
                    <a:pt x="230538" y="327297"/>
                  </a:lnTo>
                  <a:cubicBezTo>
                    <a:pt x="222895" y="327297"/>
                    <a:pt x="216708" y="333501"/>
                    <a:pt x="216708" y="341144"/>
                  </a:cubicBezTo>
                  <a:lnTo>
                    <a:pt x="216708" y="412718"/>
                  </a:lnTo>
                  <a:lnTo>
                    <a:pt x="27883" y="412718"/>
                  </a:lnTo>
                  <a:lnTo>
                    <a:pt x="27883" y="27874"/>
                  </a:lnTo>
                  <a:lnTo>
                    <a:pt x="302129" y="27874"/>
                  </a:lnTo>
                  <a:cubicBezTo>
                    <a:pt x="302129" y="27874"/>
                    <a:pt x="302129" y="325283"/>
                    <a:pt x="302129" y="32729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 name="Google Shape;1804;p72">
              <a:extLst>
                <a:ext uri="{FF2B5EF4-FFF2-40B4-BE49-F238E27FC236}">
                  <a16:creationId xmlns:a16="http://schemas.microsoft.com/office/drawing/2014/main" id="{3E1C0964-1B02-81E1-C244-D9B2B5AB3DD3}"/>
                </a:ext>
              </a:extLst>
            </p:cNvPr>
            <p:cNvSpPr/>
            <p:nvPr/>
          </p:nvSpPr>
          <p:spPr>
            <a:xfrm>
              <a:off x="5464935" y="3085345"/>
              <a:ext cx="204328" cy="27874"/>
            </a:xfrm>
            <a:custGeom>
              <a:avLst/>
              <a:gdLst/>
              <a:ahLst/>
              <a:cxnLst/>
              <a:rect l="l" t="t" r="r" b="b"/>
              <a:pathLst>
                <a:path w="204328" h="27874" extrusionOk="0">
                  <a:moveTo>
                    <a:pt x="190395" y="0"/>
                  </a:moveTo>
                  <a:lnTo>
                    <a:pt x="14149" y="0"/>
                  </a:lnTo>
                  <a:cubicBezTo>
                    <a:pt x="7720" y="0"/>
                    <a:pt x="1903" y="4253"/>
                    <a:pt x="410" y="10502"/>
                  </a:cubicBezTo>
                  <a:cubicBezTo>
                    <a:pt x="-1784" y="19701"/>
                    <a:pt x="5131" y="27874"/>
                    <a:pt x="13933" y="27874"/>
                  </a:cubicBezTo>
                  <a:lnTo>
                    <a:pt x="190179" y="27874"/>
                  </a:lnTo>
                  <a:cubicBezTo>
                    <a:pt x="196590" y="27874"/>
                    <a:pt x="202408" y="23639"/>
                    <a:pt x="203909" y="17399"/>
                  </a:cubicBezTo>
                  <a:cubicBezTo>
                    <a:pt x="206130" y="8209"/>
                    <a:pt x="199216" y="0"/>
                    <a:pt x="19039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3" name="Google Shape;1805;p72">
              <a:extLst>
                <a:ext uri="{FF2B5EF4-FFF2-40B4-BE49-F238E27FC236}">
                  <a16:creationId xmlns:a16="http://schemas.microsoft.com/office/drawing/2014/main" id="{B928DB46-5211-D817-692B-EDC9761CAB5F}"/>
                </a:ext>
              </a:extLst>
            </p:cNvPr>
            <p:cNvSpPr/>
            <p:nvPr/>
          </p:nvSpPr>
          <p:spPr>
            <a:xfrm>
              <a:off x="5464935" y="3145590"/>
              <a:ext cx="204336" cy="27874"/>
            </a:xfrm>
            <a:custGeom>
              <a:avLst/>
              <a:gdLst/>
              <a:ahLst/>
              <a:cxnLst/>
              <a:rect l="l" t="t" r="r" b="b"/>
              <a:pathLst>
                <a:path w="204336" h="27874" extrusionOk="0">
                  <a:moveTo>
                    <a:pt x="190394" y="0"/>
                  </a:moveTo>
                  <a:lnTo>
                    <a:pt x="14149" y="0"/>
                  </a:lnTo>
                  <a:cubicBezTo>
                    <a:pt x="7738" y="0"/>
                    <a:pt x="1920" y="4235"/>
                    <a:pt x="419" y="10475"/>
                  </a:cubicBezTo>
                  <a:cubicBezTo>
                    <a:pt x="-1803" y="19665"/>
                    <a:pt x="5121" y="27874"/>
                    <a:pt x="13942" y="27874"/>
                  </a:cubicBezTo>
                  <a:lnTo>
                    <a:pt x="190188" y="27874"/>
                  </a:lnTo>
                  <a:cubicBezTo>
                    <a:pt x="196617" y="27874"/>
                    <a:pt x="202434" y="23621"/>
                    <a:pt x="203927" y="17372"/>
                  </a:cubicBezTo>
                  <a:cubicBezTo>
                    <a:pt x="206121" y="8173"/>
                    <a:pt x="199206" y="0"/>
                    <a:pt x="19040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4" name="Google Shape;1806;p72">
              <a:extLst>
                <a:ext uri="{FF2B5EF4-FFF2-40B4-BE49-F238E27FC236}">
                  <a16:creationId xmlns:a16="http://schemas.microsoft.com/office/drawing/2014/main" id="{A18548DA-AD1E-14EE-C4FC-4DE5C07C2013}"/>
                </a:ext>
              </a:extLst>
            </p:cNvPr>
            <p:cNvSpPr/>
            <p:nvPr/>
          </p:nvSpPr>
          <p:spPr>
            <a:xfrm>
              <a:off x="5464934" y="3205825"/>
              <a:ext cx="204328" cy="27874"/>
            </a:xfrm>
            <a:custGeom>
              <a:avLst/>
              <a:gdLst/>
              <a:ahLst/>
              <a:cxnLst/>
              <a:rect l="l" t="t" r="r" b="b"/>
              <a:pathLst>
                <a:path w="204328" h="27874" extrusionOk="0">
                  <a:moveTo>
                    <a:pt x="203910" y="10475"/>
                  </a:moveTo>
                  <a:cubicBezTo>
                    <a:pt x="202408" y="4244"/>
                    <a:pt x="196591" y="0"/>
                    <a:pt x="190179" y="0"/>
                  </a:cubicBezTo>
                  <a:lnTo>
                    <a:pt x="13934" y="0"/>
                  </a:lnTo>
                  <a:cubicBezTo>
                    <a:pt x="5122" y="0"/>
                    <a:pt x="-1784" y="8183"/>
                    <a:pt x="410" y="17372"/>
                  </a:cubicBezTo>
                  <a:cubicBezTo>
                    <a:pt x="1903" y="23621"/>
                    <a:pt x="7720" y="27874"/>
                    <a:pt x="14150" y="27874"/>
                  </a:cubicBezTo>
                  <a:lnTo>
                    <a:pt x="190395" y="27874"/>
                  </a:lnTo>
                  <a:cubicBezTo>
                    <a:pt x="199216" y="27874"/>
                    <a:pt x="206131" y="19665"/>
                    <a:pt x="203910" y="104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 name="Google Shape;1807;p72">
              <a:extLst>
                <a:ext uri="{FF2B5EF4-FFF2-40B4-BE49-F238E27FC236}">
                  <a16:creationId xmlns:a16="http://schemas.microsoft.com/office/drawing/2014/main" id="{0FF4CA06-EE55-7A46-D0AD-A9781E0BC0C0}"/>
                </a:ext>
              </a:extLst>
            </p:cNvPr>
            <p:cNvSpPr/>
            <p:nvPr/>
          </p:nvSpPr>
          <p:spPr>
            <a:xfrm>
              <a:off x="5461182" y="3267225"/>
              <a:ext cx="151869" cy="88518"/>
            </a:xfrm>
            <a:custGeom>
              <a:avLst/>
              <a:gdLst/>
              <a:ahLst/>
              <a:cxnLst/>
              <a:rect l="l" t="t" r="r" b="b"/>
              <a:pathLst>
                <a:path w="151869" h="88518" extrusionOk="0">
                  <a:moveTo>
                    <a:pt x="137914" y="30324"/>
                  </a:moveTo>
                  <a:lnTo>
                    <a:pt x="98234" y="30324"/>
                  </a:lnTo>
                  <a:cubicBezTo>
                    <a:pt x="94242" y="30324"/>
                    <a:pt x="90438" y="32042"/>
                    <a:pt x="87795" y="35045"/>
                  </a:cubicBezTo>
                  <a:lnTo>
                    <a:pt x="76349" y="47993"/>
                  </a:lnTo>
                  <a:lnTo>
                    <a:pt x="61701" y="9023"/>
                  </a:lnTo>
                  <a:cubicBezTo>
                    <a:pt x="60028" y="4599"/>
                    <a:pt x="56225" y="1308"/>
                    <a:pt x="51603" y="319"/>
                  </a:cubicBezTo>
                  <a:cubicBezTo>
                    <a:pt x="46982" y="-688"/>
                    <a:pt x="42162" y="724"/>
                    <a:pt x="38808" y="4069"/>
                  </a:cubicBezTo>
                  <a:lnTo>
                    <a:pt x="4100" y="38705"/>
                  </a:lnTo>
                  <a:cubicBezTo>
                    <a:pt x="-1358" y="44136"/>
                    <a:pt x="-1367" y="52965"/>
                    <a:pt x="4073" y="58414"/>
                  </a:cubicBezTo>
                  <a:cubicBezTo>
                    <a:pt x="9504" y="63872"/>
                    <a:pt x="18334" y="63881"/>
                    <a:pt x="23792" y="58441"/>
                  </a:cubicBezTo>
                  <a:lnTo>
                    <a:pt x="43223" y="39055"/>
                  </a:lnTo>
                  <a:lnTo>
                    <a:pt x="58428" y="79491"/>
                  </a:lnTo>
                  <a:cubicBezTo>
                    <a:pt x="62133" y="89354"/>
                    <a:pt x="75017" y="91647"/>
                    <a:pt x="81914" y="83816"/>
                  </a:cubicBezTo>
                  <a:lnTo>
                    <a:pt x="104537" y="58198"/>
                  </a:lnTo>
                  <a:lnTo>
                    <a:pt x="137932" y="58198"/>
                  </a:lnTo>
                  <a:cubicBezTo>
                    <a:pt x="145629" y="58198"/>
                    <a:pt x="151869" y="51967"/>
                    <a:pt x="151869" y="44261"/>
                  </a:cubicBezTo>
                  <a:cubicBezTo>
                    <a:pt x="151869" y="36564"/>
                    <a:pt x="145629" y="30324"/>
                    <a:pt x="137932" y="303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6" name="Google Shape;1808;p72">
              <a:extLst>
                <a:ext uri="{FF2B5EF4-FFF2-40B4-BE49-F238E27FC236}">
                  <a16:creationId xmlns:a16="http://schemas.microsoft.com/office/drawing/2014/main" id="{96E6F104-43EA-6282-7A90-91B97503D026}"/>
                </a:ext>
              </a:extLst>
            </p:cNvPr>
            <p:cNvSpPr/>
            <p:nvPr/>
          </p:nvSpPr>
          <p:spPr>
            <a:xfrm>
              <a:off x="5759471" y="3049379"/>
              <a:ext cx="103404" cy="345109"/>
            </a:xfrm>
            <a:custGeom>
              <a:avLst/>
              <a:gdLst/>
              <a:ahLst/>
              <a:cxnLst/>
              <a:rect l="l" t="t" r="r" b="b"/>
              <a:pathLst>
                <a:path w="103404" h="345109" extrusionOk="0">
                  <a:moveTo>
                    <a:pt x="74263" y="0"/>
                  </a:moveTo>
                  <a:lnTo>
                    <a:pt x="29142" y="0"/>
                  </a:lnTo>
                  <a:cubicBezTo>
                    <a:pt x="13047" y="0"/>
                    <a:pt x="0" y="13047"/>
                    <a:pt x="0" y="29142"/>
                  </a:cubicBezTo>
                  <a:lnTo>
                    <a:pt x="0" y="254176"/>
                  </a:lnTo>
                  <a:cubicBezTo>
                    <a:pt x="0" y="254176"/>
                    <a:pt x="0" y="254221"/>
                    <a:pt x="0" y="254239"/>
                  </a:cubicBezTo>
                  <a:cubicBezTo>
                    <a:pt x="9" y="256388"/>
                    <a:pt x="540" y="258492"/>
                    <a:pt x="1412" y="260273"/>
                  </a:cubicBezTo>
                  <a:lnTo>
                    <a:pt x="39294" y="337394"/>
                  </a:lnTo>
                  <a:cubicBezTo>
                    <a:pt x="44347" y="347681"/>
                    <a:pt x="59057" y="347681"/>
                    <a:pt x="64111" y="337394"/>
                  </a:cubicBezTo>
                  <a:lnTo>
                    <a:pt x="101993" y="260273"/>
                  </a:lnTo>
                  <a:cubicBezTo>
                    <a:pt x="102874" y="258474"/>
                    <a:pt x="103395" y="256371"/>
                    <a:pt x="103404" y="254239"/>
                  </a:cubicBezTo>
                  <a:cubicBezTo>
                    <a:pt x="103404" y="254221"/>
                    <a:pt x="103404" y="254194"/>
                    <a:pt x="103404" y="254176"/>
                  </a:cubicBezTo>
                  <a:lnTo>
                    <a:pt x="103404" y="29142"/>
                  </a:lnTo>
                  <a:cubicBezTo>
                    <a:pt x="103404" y="13074"/>
                    <a:pt x="90330" y="0"/>
                    <a:pt x="74263" y="0"/>
                  </a:cubicBezTo>
                  <a:close/>
                  <a:moveTo>
                    <a:pt x="51720" y="299899"/>
                  </a:moveTo>
                  <a:lnTo>
                    <a:pt x="36039" y="267952"/>
                  </a:lnTo>
                  <a:lnTo>
                    <a:pt x="67411" y="267952"/>
                  </a:lnTo>
                  <a:lnTo>
                    <a:pt x="51720" y="299899"/>
                  </a:lnTo>
                  <a:close/>
                  <a:moveTo>
                    <a:pt x="75539" y="240078"/>
                  </a:moveTo>
                  <a:lnTo>
                    <a:pt x="27883" y="240078"/>
                  </a:lnTo>
                  <a:lnTo>
                    <a:pt x="27883" y="81824"/>
                  </a:lnTo>
                  <a:lnTo>
                    <a:pt x="75539" y="81824"/>
                  </a:lnTo>
                  <a:lnTo>
                    <a:pt x="75539" y="240078"/>
                  </a:lnTo>
                  <a:close/>
                  <a:moveTo>
                    <a:pt x="75539" y="53950"/>
                  </a:moveTo>
                  <a:lnTo>
                    <a:pt x="27883" y="53950"/>
                  </a:lnTo>
                  <a:lnTo>
                    <a:pt x="27883" y="28477"/>
                  </a:lnTo>
                  <a:cubicBezTo>
                    <a:pt x="27883" y="27649"/>
                    <a:pt x="28558" y="26975"/>
                    <a:pt x="29385" y="26975"/>
                  </a:cubicBezTo>
                  <a:lnTo>
                    <a:pt x="74046" y="26975"/>
                  </a:lnTo>
                  <a:cubicBezTo>
                    <a:pt x="74874" y="26975"/>
                    <a:pt x="75548" y="27649"/>
                    <a:pt x="75548" y="28477"/>
                  </a:cubicBezTo>
                  <a:lnTo>
                    <a:pt x="75548" y="539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Tree>
    <p:extLst>
      <p:ext uri="{BB962C8B-B14F-4D97-AF65-F5344CB8AC3E}">
        <p14:creationId xmlns:p14="http://schemas.microsoft.com/office/powerpoint/2010/main" val="1002445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44"/>
          <p:cNvSpPr txBox="1">
            <a:spLocks noGrp="1"/>
          </p:cNvSpPr>
          <p:nvPr>
            <p:ph type="title"/>
          </p:nvPr>
        </p:nvSpPr>
        <p:spPr>
          <a:xfrm>
            <a:off x="722375" y="539500"/>
            <a:ext cx="7699200" cy="576000"/>
          </a:xfrm>
          <a:prstGeom prst="rect">
            <a:avLst/>
          </a:prstGeom>
        </p:spPr>
        <p:txBody>
          <a:bodyPr spcFirstLastPara="1" wrap="square" lIns="91425" tIns="91425" rIns="91425" bIns="91425" anchor="t" anchorCtr="0">
            <a:noAutofit/>
          </a:bodyPr>
          <a:lstStyle/>
          <a:p>
            <a:r>
              <a:rPr lang="en"/>
              <a:t>Performance Estimation </a:t>
            </a:r>
            <a:endParaRPr/>
          </a:p>
        </p:txBody>
      </p:sp>
      <p:sp>
        <p:nvSpPr>
          <p:cNvPr id="1128" name="Google Shape;1128;p44"/>
          <p:cNvSpPr txBox="1">
            <a:spLocks noGrp="1"/>
          </p:cNvSpPr>
          <p:nvPr>
            <p:ph type="body" idx="1"/>
          </p:nvPr>
        </p:nvSpPr>
        <p:spPr>
          <a:xfrm>
            <a:off x="706681" y="2429039"/>
            <a:ext cx="5202076" cy="1247174"/>
          </a:xfrm>
          <a:prstGeom prst="rect">
            <a:avLst/>
          </a:prstGeom>
        </p:spPr>
        <p:txBody>
          <a:bodyPr spcFirstLastPara="1" wrap="square" lIns="91425" tIns="91425" rIns="91425" bIns="91425" anchor="t" anchorCtr="0">
            <a:noAutofit/>
          </a:bodyPr>
          <a:lstStyle/>
          <a:p>
            <a:pPr marL="0" indent="0">
              <a:buSzPts val="1100"/>
              <a:buFont typeface="Arial"/>
              <a:buNone/>
            </a:pPr>
            <a:endParaRPr lang="en"/>
          </a:p>
          <a:p>
            <a:pPr indent="-317500">
              <a:spcBef>
                <a:spcPts val="1000"/>
              </a:spcBef>
              <a:buSzPts val="1400"/>
            </a:pPr>
            <a:r>
              <a:rPr lang="en"/>
              <a:t>Model Choice </a:t>
            </a:r>
          </a:p>
          <a:p>
            <a:pPr indent="-317500">
              <a:spcBef>
                <a:spcPts val="1000"/>
              </a:spcBef>
              <a:buSzPts val="1400"/>
            </a:pPr>
            <a:r>
              <a:rPr lang="en"/>
              <a:t>Tree Models</a:t>
            </a:r>
          </a:p>
          <a:p>
            <a:pPr indent="-317500">
              <a:spcBef>
                <a:spcPts val="1000"/>
              </a:spcBef>
              <a:buSzPts val="1400"/>
            </a:pPr>
            <a:r>
              <a:rPr lang="en"/>
              <a:t>Train/Test Split</a:t>
            </a:r>
          </a:p>
          <a:p>
            <a:pPr indent="-317500">
              <a:spcBef>
                <a:spcPts val="1000"/>
              </a:spcBef>
              <a:buSzPts val="1400"/>
            </a:pPr>
            <a:r>
              <a:rPr lang="en"/>
              <a:t>Performance Comparison </a:t>
            </a:r>
          </a:p>
          <a:p>
            <a:pPr lvl="1">
              <a:spcBef>
                <a:spcPts val="1000"/>
              </a:spcBef>
              <a:buSzPts val="1400"/>
            </a:pPr>
            <a:r>
              <a:rPr lang="en"/>
              <a:t>Random forest - 0.891</a:t>
            </a:r>
          </a:p>
          <a:p>
            <a:pPr lvl="1">
              <a:spcBef>
                <a:spcPts val="1000"/>
              </a:spcBef>
              <a:buSzPts val="1400"/>
            </a:pPr>
            <a:r>
              <a:rPr lang="en" err="1"/>
              <a:t>XGBoost</a:t>
            </a:r>
            <a:r>
              <a:rPr lang="en"/>
              <a:t> - 0.894</a:t>
            </a:r>
          </a:p>
          <a:p>
            <a:pPr marL="0" indent="0">
              <a:spcBef>
                <a:spcPts val="1000"/>
              </a:spcBef>
              <a:spcAft>
                <a:spcPts val="1200"/>
              </a:spcAft>
              <a:buNone/>
            </a:pPr>
            <a:endParaRPr lang="en"/>
          </a:p>
        </p:txBody>
      </p:sp>
      <p:grpSp>
        <p:nvGrpSpPr>
          <p:cNvPr id="1129" name="Google Shape;1129;p44"/>
          <p:cNvGrpSpPr/>
          <p:nvPr/>
        </p:nvGrpSpPr>
        <p:grpSpPr>
          <a:xfrm>
            <a:off x="5309025" y="1748650"/>
            <a:ext cx="3834975" cy="3394725"/>
            <a:chOff x="5309025" y="1748650"/>
            <a:chExt cx="3834975" cy="3394725"/>
          </a:xfrm>
        </p:grpSpPr>
        <p:sp>
          <p:nvSpPr>
            <p:cNvPr id="1130" name="Google Shape;1130;p44"/>
            <p:cNvSpPr/>
            <p:nvPr/>
          </p:nvSpPr>
          <p:spPr>
            <a:xfrm flipH="1">
              <a:off x="6093300" y="2443375"/>
              <a:ext cx="3050700" cy="2700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31" name="Google Shape;1131;p44"/>
            <p:cNvSpPr/>
            <p:nvPr/>
          </p:nvSpPr>
          <p:spPr>
            <a:xfrm>
              <a:off x="530902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32" name="Google Shape;1132;p44"/>
            <p:cNvGrpSpPr/>
            <p:nvPr/>
          </p:nvGrpSpPr>
          <p:grpSpPr>
            <a:xfrm>
              <a:off x="7041175" y="1748650"/>
              <a:ext cx="986125" cy="2095500"/>
              <a:chOff x="7631225" y="2241175"/>
              <a:chExt cx="986125" cy="2095500"/>
            </a:xfrm>
          </p:grpSpPr>
          <p:cxnSp>
            <p:nvCxnSpPr>
              <p:cNvPr id="1133" name="Google Shape;1133;p4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4" name="Google Shape;1134;p4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5" name="Google Shape;1135;p4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6" name="Google Shape;1136;p4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7" name="Google Shape;1137;p4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8" name="Google Shape;1138;p4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9" name="Google Shape;1139;p4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0" name="Google Shape;1140;p4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1" name="Google Shape;1141;p4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2" name="Google Shape;1142;p4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3" name="Google Shape;1143;p4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4" name="Google Shape;1144;p4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5" name="Google Shape;1145;p4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6" name="Google Shape;1146;p4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pic>
        <p:nvPicPr>
          <p:cNvPr id="7" name="Picture 6" descr="A white rectangular object with black lines&#10;&#10;AI-generated content may be incorrect.">
            <a:extLst>
              <a:ext uri="{FF2B5EF4-FFF2-40B4-BE49-F238E27FC236}">
                <a16:creationId xmlns:a16="http://schemas.microsoft.com/office/drawing/2014/main" id="{766DBA1A-684A-2872-FD4B-BB0F4C364EE7}"/>
              </a:ext>
            </a:extLst>
          </p:cNvPr>
          <p:cNvPicPr>
            <a:picLocks noChangeAspect="1"/>
          </p:cNvPicPr>
          <p:nvPr/>
        </p:nvPicPr>
        <p:blipFill>
          <a:blip r:embed="rId3"/>
          <a:stretch>
            <a:fillRect/>
          </a:stretch>
        </p:blipFill>
        <p:spPr>
          <a:xfrm>
            <a:off x="649175" y="1157533"/>
            <a:ext cx="7772400" cy="1627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4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r>
              <a:rPr lang="en"/>
              <a:t>Final Model</a:t>
            </a:r>
            <a:endParaRPr lang="en-US"/>
          </a:p>
        </p:txBody>
      </p:sp>
      <p:sp>
        <p:nvSpPr>
          <p:cNvPr id="1152" name="Google Shape;1152;p45"/>
          <p:cNvSpPr txBox="1">
            <a:spLocks noGrp="1"/>
          </p:cNvSpPr>
          <p:nvPr>
            <p:ph type="subTitle" idx="1"/>
          </p:nvPr>
        </p:nvSpPr>
        <p:spPr>
          <a:xfrm>
            <a:off x="991525" y="2867950"/>
            <a:ext cx="3189000" cy="1242300"/>
          </a:xfrm>
          <a:prstGeom prst="rect">
            <a:avLst/>
          </a:prstGeom>
        </p:spPr>
        <p:txBody>
          <a:bodyPr spcFirstLastPara="1" wrap="square" lIns="91425" tIns="91425" rIns="91425" bIns="91425" anchor="t" anchorCtr="0">
            <a:noAutofit/>
          </a:bodyPr>
          <a:lstStyle/>
          <a:p>
            <a:pPr marL="171450" indent="-171450">
              <a:buFont typeface="Arial"/>
              <a:buChar char="•"/>
            </a:pPr>
            <a:r>
              <a:rPr lang="en"/>
              <a:t>Choosing </a:t>
            </a:r>
            <a:r>
              <a:rPr lang="en" err="1"/>
              <a:t>XGBoost</a:t>
            </a:r>
            <a:r>
              <a:rPr lang="en"/>
              <a:t> over Random Forrest</a:t>
            </a:r>
          </a:p>
          <a:p>
            <a:pPr marL="171450" indent="-171450">
              <a:buFont typeface="Arial"/>
              <a:buChar char="•"/>
            </a:pPr>
            <a:endParaRPr lang="en"/>
          </a:p>
          <a:p>
            <a:pPr marL="171450" indent="-171450">
              <a:buFont typeface="Arial"/>
              <a:buChar char="•"/>
            </a:pPr>
            <a:r>
              <a:rPr lang="en"/>
              <a:t>Sequential learning </a:t>
            </a:r>
          </a:p>
          <a:p>
            <a:pPr marL="171450" indent="-171450">
              <a:buFont typeface="Arial"/>
              <a:buChar char="•"/>
            </a:pPr>
            <a:endParaRPr lang="en"/>
          </a:p>
        </p:txBody>
      </p:sp>
      <p:sp>
        <p:nvSpPr>
          <p:cNvPr id="1153" name="Google Shape;1153;p45"/>
          <p:cNvSpPr txBox="1">
            <a:spLocks noGrp="1"/>
          </p:cNvSpPr>
          <p:nvPr>
            <p:ph type="subTitle" idx="2"/>
          </p:nvPr>
        </p:nvSpPr>
        <p:spPr>
          <a:xfrm>
            <a:off x="4963503" y="2867950"/>
            <a:ext cx="3189000" cy="1242300"/>
          </a:xfrm>
          <a:prstGeom prst="rect">
            <a:avLst/>
          </a:prstGeom>
        </p:spPr>
        <p:txBody>
          <a:bodyPr spcFirstLastPara="1" wrap="square" lIns="91425" tIns="91425" rIns="91425" bIns="91425" anchor="t" anchorCtr="0">
            <a:noAutofit/>
          </a:bodyPr>
          <a:lstStyle/>
          <a:p>
            <a:pPr marL="171450" indent="-171450">
              <a:buFont typeface="Arial"/>
              <a:buChar char="•"/>
            </a:pPr>
            <a:r>
              <a:rPr lang="en"/>
              <a:t>Limiting Depth </a:t>
            </a:r>
          </a:p>
          <a:p>
            <a:pPr marL="171450" indent="-171450">
              <a:buFont typeface="Arial"/>
              <a:buChar char="•"/>
            </a:pPr>
            <a:endParaRPr lang="en"/>
          </a:p>
          <a:p>
            <a:pPr marL="171450" indent="-171450">
              <a:buFont typeface="Arial"/>
              <a:buChar char="•"/>
            </a:pPr>
            <a:r>
              <a:rPr lang="en"/>
              <a:t>Reducing Noice</a:t>
            </a:r>
          </a:p>
        </p:txBody>
      </p:sp>
      <p:sp>
        <p:nvSpPr>
          <p:cNvPr id="1154" name="Google Shape;1154;p45"/>
          <p:cNvSpPr txBox="1">
            <a:spLocks noGrp="1"/>
          </p:cNvSpPr>
          <p:nvPr>
            <p:ph type="subTitle" idx="3"/>
          </p:nvPr>
        </p:nvSpPr>
        <p:spPr>
          <a:xfrm>
            <a:off x="991525" y="2567475"/>
            <a:ext cx="3189000" cy="402900"/>
          </a:xfrm>
          <a:prstGeom prst="rect">
            <a:avLst/>
          </a:prstGeom>
        </p:spPr>
        <p:txBody>
          <a:bodyPr spcFirstLastPara="1" wrap="square" lIns="91425" tIns="91425" rIns="91425" bIns="91425" anchor="b" anchorCtr="0">
            <a:noAutofit/>
          </a:bodyPr>
          <a:lstStyle/>
          <a:p>
            <a:pPr marL="0" indent="0"/>
            <a:r>
              <a:rPr lang="en"/>
              <a:t>Selecting Model</a:t>
            </a:r>
          </a:p>
        </p:txBody>
      </p:sp>
      <p:sp>
        <p:nvSpPr>
          <p:cNvPr id="1155" name="Google Shape;1155;p45"/>
          <p:cNvSpPr txBox="1">
            <a:spLocks noGrp="1"/>
          </p:cNvSpPr>
          <p:nvPr>
            <p:ph type="subTitle" idx="4"/>
          </p:nvPr>
        </p:nvSpPr>
        <p:spPr>
          <a:xfrm>
            <a:off x="4963514" y="2567475"/>
            <a:ext cx="3189000" cy="402900"/>
          </a:xfrm>
          <a:prstGeom prst="rect">
            <a:avLst/>
          </a:prstGeom>
        </p:spPr>
        <p:txBody>
          <a:bodyPr spcFirstLastPara="1" wrap="square" lIns="91425" tIns="91425" rIns="91425" bIns="91425" anchor="b" anchorCtr="0">
            <a:noAutofit/>
          </a:bodyPr>
          <a:lstStyle/>
          <a:p>
            <a:pPr marL="0" indent="0"/>
            <a:r>
              <a:rPr lang="en"/>
              <a:t>Handling Overfitting</a:t>
            </a:r>
          </a:p>
        </p:txBody>
      </p:sp>
      <p:sp>
        <p:nvSpPr>
          <p:cNvPr id="1156" name="Google Shape;1156;p45"/>
          <p:cNvSpPr/>
          <p:nvPr/>
        </p:nvSpPr>
        <p:spPr>
          <a:xfrm>
            <a:off x="1095900" y="159088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57" name="Google Shape;1157;p45"/>
          <p:cNvSpPr/>
          <p:nvPr/>
        </p:nvSpPr>
        <p:spPr>
          <a:xfrm>
            <a:off x="5049304" y="159088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58" name="Google Shape;1158;p45"/>
          <p:cNvSpPr/>
          <p:nvPr/>
        </p:nvSpPr>
        <p:spPr>
          <a:xfrm>
            <a:off x="1322733" y="1818997"/>
            <a:ext cx="425343" cy="422781"/>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9" name="Google Shape;1159;p45"/>
          <p:cNvGrpSpPr/>
          <p:nvPr/>
        </p:nvGrpSpPr>
        <p:grpSpPr>
          <a:xfrm>
            <a:off x="5277256" y="1819990"/>
            <a:ext cx="423069" cy="420796"/>
            <a:chOff x="-5635200" y="2037975"/>
            <a:chExt cx="293025" cy="291450"/>
          </a:xfrm>
        </p:grpSpPr>
        <p:sp>
          <p:nvSpPr>
            <p:cNvPr id="1160" name="Google Shape;1160;p45"/>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5"/>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42"/>
          <p:cNvSpPr txBox="1">
            <a:spLocks noGrp="1"/>
          </p:cNvSpPr>
          <p:nvPr>
            <p:ph type="title"/>
          </p:nvPr>
        </p:nvSpPr>
        <p:spPr>
          <a:xfrm>
            <a:off x="2555567" y="-274985"/>
            <a:ext cx="4482600" cy="1941469"/>
          </a:xfrm>
          <a:prstGeom prst="rect">
            <a:avLst/>
          </a:prstGeom>
        </p:spPr>
        <p:txBody>
          <a:bodyPr spcFirstLastPara="1" wrap="square" lIns="91425" tIns="91425" rIns="91425" bIns="91425" anchor="b" anchorCtr="0">
            <a:noAutofit/>
          </a:bodyPr>
          <a:lstStyle/>
          <a:p>
            <a:r>
              <a:rPr lang="en"/>
              <a:t>Parameters</a:t>
            </a:r>
          </a:p>
        </p:txBody>
      </p:sp>
      <p:sp>
        <p:nvSpPr>
          <p:cNvPr id="1079" name="Google Shape;1079;p42"/>
          <p:cNvSpPr txBox="1">
            <a:spLocks noGrp="1"/>
          </p:cNvSpPr>
          <p:nvPr>
            <p:ph type="subTitle" idx="1"/>
          </p:nvPr>
        </p:nvSpPr>
        <p:spPr>
          <a:xfrm>
            <a:off x="4271607" y="-139473"/>
            <a:ext cx="4482600" cy="108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lang="en"/>
          </a:p>
        </p:txBody>
      </p:sp>
      <p:grpSp>
        <p:nvGrpSpPr>
          <p:cNvPr id="1080" name="Google Shape;1080;p42"/>
          <p:cNvGrpSpPr/>
          <p:nvPr/>
        </p:nvGrpSpPr>
        <p:grpSpPr>
          <a:xfrm>
            <a:off x="917550" y="2904450"/>
            <a:ext cx="986125" cy="2095500"/>
            <a:chOff x="7631225" y="2241175"/>
            <a:chExt cx="986125" cy="2095500"/>
          </a:xfrm>
        </p:grpSpPr>
        <p:cxnSp>
          <p:nvCxnSpPr>
            <p:cNvPr id="1081" name="Google Shape;1081;p42"/>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2" name="Google Shape;1082;p42"/>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3" name="Google Shape;1083;p42"/>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4" name="Google Shape;1084;p42"/>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5" name="Google Shape;1085;p42"/>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6" name="Google Shape;1086;p42"/>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7" name="Google Shape;1087;p42"/>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8" name="Google Shape;1088;p42"/>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9" name="Google Shape;1089;p42"/>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0" name="Google Shape;1090;p42"/>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1" name="Google Shape;1091;p42"/>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2" name="Google Shape;1092;p42"/>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3" name="Google Shape;1093;p42"/>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4" name="Google Shape;1094;p42"/>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1095" name="Google Shape;1095;p42"/>
          <p:cNvGrpSpPr/>
          <p:nvPr/>
        </p:nvGrpSpPr>
        <p:grpSpPr>
          <a:xfrm>
            <a:off x="2035713" y="-744737"/>
            <a:ext cx="1885275" cy="1884250"/>
            <a:chOff x="2609275" y="3149350"/>
            <a:chExt cx="1885275" cy="1884250"/>
          </a:xfrm>
        </p:grpSpPr>
        <p:sp>
          <p:nvSpPr>
            <p:cNvPr id="1096" name="Google Shape;1096;p4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42"/>
          <p:cNvSpPr/>
          <p:nvPr/>
        </p:nvSpPr>
        <p:spPr>
          <a:xfrm rot="10800000">
            <a:off x="5857425"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aphicFrame>
        <p:nvGraphicFramePr>
          <p:cNvPr id="3" name="Table 2">
            <a:extLst>
              <a:ext uri="{FF2B5EF4-FFF2-40B4-BE49-F238E27FC236}">
                <a16:creationId xmlns:a16="http://schemas.microsoft.com/office/drawing/2014/main" id="{63C3A9E6-2589-1767-3A8C-A67BBC1396C6}"/>
              </a:ext>
            </a:extLst>
          </p:cNvPr>
          <p:cNvGraphicFramePr>
            <a:graphicFrameLocks noGrp="1"/>
          </p:cNvGraphicFramePr>
          <p:nvPr>
            <p:extLst>
              <p:ext uri="{D42A27DB-BD31-4B8C-83A1-F6EECF244321}">
                <p14:modId xmlns:p14="http://schemas.microsoft.com/office/powerpoint/2010/main" val="3556106661"/>
              </p:ext>
            </p:extLst>
          </p:nvPr>
        </p:nvGraphicFramePr>
        <p:xfrm>
          <a:off x="1970170" y="1669382"/>
          <a:ext cx="5316452" cy="2800096"/>
        </p:xfrm>
        <a:graphic>
          <a:graphicData uri="http://schemas.openxmlformats.org/drawingml/2006/table">
            <a:tbl>
              <a:tblPr bandRow="1">
                <a:tableStyleId>{B4B449A3-08EB-4F43-9188-C903AEF4F423}</a:tableStyleId>
              </a:tblPr>
              <a:tblGrid>
                <a:gridCol w="1616743">
                  <a:extLst>
                    <a:ext uri="{9D8B030D-6E8A-4147-A177-3AD203B41FA5}">
                      <a16:colId xmlns:a16="http://schemas.microsoft.com/office/drawing/2014/main" val="2105897147"/>
                    </a:ext>
                  </a:extLst>
                </a:gridCol>
                <a:gridCol w="1203157">
                  <a:extLst>
                    <a:ext uri="{9D8B030D-6E8A-4147-A177-3AD203B41FA5}">
                      <a16:colId xmlns:a16="http://schemas.microsoft.com/office/drawing/2014/main" val="3168963995"/>
                    </a:ext>
                  </a:extLst>
                </a:gridCol>
                <a:gridCol w="2496552">
                  <a:extLst>
                    <a:ext uri="{9D8B030D-6E8A-4147-A177-3AD203B41FA5}">
                      <a16:colId xmlns:a16="http://schemas.microsoft.com/office/drawing/2014/main" val="3506233906"/>
                    </a:ext>
                  </a:extLst>
                </a:gridCol>
              </a:tblGrid>
              <a:tr h="180975">
                <a:tc>
                  <a:txBody>
                    <a:bodyPr/>
                    <a:lstStyle/>
                    <a:p>
                      <a:pPr algn="l" rtl="0" fontAlgn="base">
                        <a:lnSpc>
                          <a:spcPts val="2025"/>
                        </a:lnSpc>
                        <a:spcBef>
                          <a:spcPts val="1200"/>
                        </a:spcBef>
                        <a:buNone/>
                      </a:pPr>
                      <a:r>
                        <a:rPr lang="en-US" sz="1200" b="1" i="0">
                          <a:effectLst/>
                          <a:latin typeface="Times New Roman" panose="02020603050405020304" pitchFamily="18" charset="0"/>
                        </a:rPr>
                        <a:t>Parameters</a:t>
                      </a:r>
                      <a:r>
                        <a:rPr lang="en-US" sz="1200" b="0" i="0">
                          <a:effectLst/>
                          <a:latin typeface="Times New Roman" panose="02020603050405020304" pitchFamily="18" charset="0"/>
                        </a:rPr>
                        <a:t>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1" i="0">
                          <a:effectLst/>
                          <a:latin typeface="Times New Roman" panose="02020603050405020304" pitchFamily="18" charset="0"/>
                        </a:rPr>
                        <a:t>Values Tested</a:t>
                      </a:r>
                      <a:r>
                        <a:rPr lang="en-US" sz="1200" b="0" i="0">
                          <a:effectLst/>
                          <a:latin typeface="Times New Roman" panose="02020603050405020304" pitchFamily="18" charset="0"/>
                        </a:rPr>
                        <a:t>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1" i="0">
                          <a:effectLst/>
                          <a:latin typeface="Times New Roman" panose="02020603050405020304" pitchFamily="18" charset="0"/>
                        </a:rPr>
                        <a:t>Description</a:t>
                      </a:r>
                      <a:r>
                        <a:rPr lang="en-US" sz="1200" b="0" i="0">
                          <a:effectLst/>
                          <a:latin typeface="Times New Roman" panose="02020603050405020304" pitchFamily="18" charset="0"/>
                        </a:rPr>
                        <a:t>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26912390"/>
                  </a:ext>
                </a:extLst>
              </a:tr>
              <a:tr h="180975">
                <a:tc>
                  <a:txBody>
                    <a:bodyPr/>
                    <a:lstStyle/>
                    <a:p>
                      <a:pPr algn="l" rtl="0" fontAlgn="base">
                        <a:lnSpc>
                          <a:spcPts val="2025"/>
                        </a:lnSpc>
                        <a:spcBef>
                          <a:spcPts val="1200"/>
                        </a:spcBef>
                        <a:buNone/>
                      </a:pPr>
                      <a:r>
                        <a:rPr lang="en-US" sz="1200" b="0" i="0">
                          <a:effectLst/>
                          <a:latin typeface="Times New Roman" panose="02020603050405020304" pitchFamily="18" charset="0"/>
                        </a:rPr>
                        <a:t>n_estimators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[400, 800]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Number of trees to build sequentially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064801"/>
                  </a:ext>
                </a:extLst>
              </a:tr>
              <a:tr h="180975">
                <a:tc>
                  <a:txBody>
                    <a:bodyPr/>
                    <a:lstStyle/>
                    <a:p>
                      <a:pPr algn="l" rtl="0" fontAlgn="base">
                        <a:lnSpc>
                          <a:spcPts val="2025"/>
                        </a:lnSpc>
                        <a:spcBef>
                          <a:spcPts val="1200"/>
                        </a:spcBef>
                        <a:buNone/>
                      </a:pPr>
                      <a:r>
                        <a:rPr lang="en-US" sz="1200" b="0" i="0">
                          <a:effectLst/>
                          <a:latin typeface="Times New Roman" panose="02020603050405020304" pitchFamily="18" charset="0"/>
                        </a:rPr>
                        <a:t>max_depth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[4, 6, 8]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Maximum depth of each tree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20664517"/>
                  </a:ext>
                </a:extLst>
              </a:tr>
              <a:tr h="180975">
                <a:tc>
                  <a:txBody>
                    <a:bodyPr/>
                    <a:lstStyle/>
                    <a:p>
                      <a:pPr algn="l" rtl="0" fontAlgn="base">
                        <a:lnSpc>
                          <a:spcPts val="2025"/>
                        </a:lnSpc>
                        <a:spcBef>
                          <a:spcPts val="1200"/>
                        </a:spcBef>
                        <a:buNone/>
                      </a:pPr>
                      <a:r>
                        <a:rPr lang="en-US" sz="1200" b="0" i="0">
                          <a:effectLst/>
                          <a:latin typeface="Times New Roman" panose="02020603050405020304" pitchFamily="18" charset="0"/>
                        </a:rPr>
                        <a:t>learning_rate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[0.05, 0.1]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Step size for updating weights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7936580"/>
                  </a:ext>
                </a:extLst>
              </a:tr>
              <a:tr h="180975">
                <a:tc>
                  <a:txBody>
                    <a:bodyPr/>
                    <a:lstStyle/>
                    <a:p>
                      <a:pPr algn="l" rtl="0" fontAlgn="base">
                        <a:lnSpc>
                          <a:spcPts val="2025"/>
                        </a:lnSpc>
                        <a:spcBef>
                          <a:spcPts val="1200"/>
                        </a:spcBef>
                        <a:buNone/>
                      </a:pPr>
                      <a:r>
                        <a:rPr lang="en-US" sz="1200" b="0" i="0">
                          <a:effectLst/>
                          <a:latin typeface="Times New Roman" panose="02020603050405020304" pitchFamily="18" charset="0"/>
                        </a:rPr>
                        <a:t>subsample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[0.8, 1.0]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Fraction of data used for each tree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6272028"/>
                  </a:ext>
                </a:extLst>
              </a:tr>
              <a:tr h="180975">
                <a:tc>
                  <a:txBody>
                    <a:bodyPr/>
                    <a:lstStyle/>
                    <a:p>
                      <a:pPr algn="l" rtl="0" fontAlgn="base">
                        <a:lnSpc>
                          <a:spcPts val="2025"/>
                        </a:lnSpc>
                        <a:spcBef>
                          <a:spcPts val="1200"/>
                        </a:spcBef>
                        <a:buNone/>
                      </a:pPr>
                      <a:r>
                        <a:rPr lang="en-US" sz="1200" b="0" i="0">
                          <a:effectLst/>
                          <a:latin typeface="Times New Roman" panose="02020603050405020304" pitchFamily="18" charset="0"/>
                        </a:rPr>
                        <a:t>colsample_bytree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[0.8, 1.0]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Fraction of features used per tree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15993693"/>
                  </a:ext>
                </a:extLst>
              </a:tr>
              <a:tr h="180975">
                <a:tc>
                  <a:txBody>
                    <a:bodyPr/>
                    <a:lstStyle/>
                    <a:p>
                      <a:pPr algn="l" rtl="0" fontAlgn="base">
                        <a:lnSpc>
                          <a:spcPts val="2025"/>
                        </a:lnSpc>
                        <a:spcBef>
                          <a:spcPts val="1200"/>
                        </a:spcBef>
                        <a:buNone/>
                      </a:pPr>
                      <a:r>
                        <a:rPr lang="en-US" sz="1200" b="0" i="0" err="1">
                          <a:effectLst/>
                          <a:latin typeface="Times New Roman" panose="02020603050405020304" pitchFamily="18" charset="0"/>
                        </a:rPr>
                        <a:t>min_child_weight</a:t>
                      </a:r>
                      <a:r>
                        <a:rPr lang="en-US" sz="1200" b="0" i="0">
                          <a:effectLst/>
                          <a:latin typeface="Times New Roman" panose="02020603050405020304" pitchFamily="18" charset="0"/>
                        </a:rPr>
                        <a:t>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[1, 3]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sz="1200" b="0" i="0">
                          <a:effectLst/>
                          <a:latin typeface="Times New Roman" panose="02020603050405020304" pitchFamily="18" charset="0"/>
                        </a:rPr>
                        <a:t>Minimum sum of instance weight needed in a child </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75355301"/>
                  </a:ext>
                </a:extLst>
              </a:tr>
              <a:tr h="180975">
                <a:tc>
                  <a:txBody>
                    <a:bodyPr/>
                    <a:lstStyle/>
                    <a:p>
                      <a:pPr algn="l" rtl="0" fontAlgn="base">
                        <a:lnSpc>
                          <a:spcPts val="2025"/>
                        </a:lnSpc>
                        <a:spcBef>
                          <a:spcPts val="1200"/>
                        </a:spcBef>
                        <a:buNone/>
                      </a:pPr>
                      <a:r>
                        <a:rPr lang="en-US" b="0" i="0" err="1">
                          <a:effectLst/>
                          <a:latin typeface="Times New Roman" panose="02020603050405020304" pitchFamily="18" charset="0"/>
                          <a:cs typeface="Times New Roman" panose="02020603050405020304" pitchFamily="18" charset="0"/>
                        </a:rPr>
                        <a:t>Scale_pos_weight</a:t>
                      </a:r>
                      <a:endParaRPr lang="en-US" b="0" i="0">
                        <a:effectLst/>
                        <a:latin typeface="Times New Roman" panose="02020603050405020304" pitchFamily="18" charset="0"/>
                        <a:cs typeface="Times New Roman" panose="02020603050405020304" pitchFamily="18" charset="0"/>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b="0" i="0">
                          <a:effectLst/>
                          <a:latin typeface="Times New Roman" panose="02020603050405020304" pitchFamily="18" charset="0"/>
                          <a:cs typeface="Times New Roman" panose="02020603050405020304" pitchFamily="18" charset="0"/>
                        </a:rPr>
                        <a:t>[0.32]</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2025"/>
                        </a:lnSpc>
                        <a:spcBef>
                          <a:spcPts val="1200"/>
                        </a:spcBef>
                        <a:buNone/>
                      </a:pPr>
                      <a:r>
                        <a:rPr lang="en-US" b="0" i="0">
                          <a:effectLst/>
                          <a:latin typeface="Times New Roman" panose="02020603050405020304" pitchFamily="18" charset="0"/>
                          <a:cs typeface="Times New Roman" panose="02020603050405020304" pitchFamily="18" charset="0"/>
                        </a:rPr>
                        <a:t>Account for imbalance data</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9547379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56"/>
          <p:cNvSpPr txBox="1">
            <a:spLocks noGrp="1"/>
          </p:cNvSpPr>
          <p:nvPr>
            <p:ph type="title"/>
          </p:nvPr>
        </p:nvSpPr>
        <p:spPr>
          <a:xfrm>
            <a:off x="1104755" y="408007"/>
            <a:ext cx="3029700" cy="91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Model Evaluation</a:t>
            </a:r>
            <a:endParaRPr lang="en-US"/>
          </a:p>
        </p:txBody>
      </p:sp>
      <p:sp>
        <p:nvSpPr>
          <p:cNvPr id="1400" name="Google Shape;1400;p56"/>
          <p:cNvSpPr txBox="1">
            <a:spLocks noGrp="1"/>
          </p:cNvSpPr>
          <p:nvPr>
            <p:ph type="subTitle" idx="1"/>
          </p:nvPr>
        </p:nvSpPr>
        <p:spPr>
          <a:xfrm>
            <a:off x="1104755" y="1575217"/>
            <a:ext cx="3029700" cy="2031295"/>
          </a:xfrm>
          <a:prstGeom prst="rect">
            <a:avLst/>
          </a:prstGeom>
        </p:spPr>
        <p:txBody>
          <a:bodyPr spcFirstLastPara="1" wrap="square" lIns="91440" tIns="91425" rIns="91425" bIns="91425" numCol="1" spcCol="91440" anchor="t" anchorCtr="0">
            <a:spAutoFit/>
          </a:bodyPr>
          <a:lstStyle/>
          <a:p>
            <a:pPr algn="l" latinLnBrk="1"/>
            <a:r>
              <a:rPr lang="en-US"/>
              <a:t>Test ROC-AUC: 0.8941</a:t>
            </a:r>
          </a:p>
          <a:p>
            <a:pPr algn="l" latinLnBrk="1"/>
            <a:endParaRPr lang="en-US"/>
          </a:p>
          <a:p>
            <a:pPr algn="l" latinLnBrk="1"/>
            <a:r>
              <a:rPr lang="en-US"/>
              <a:t> 89% probability that the model will </a:t>
            </a:r>
          </a:p>
          <a:p>
            <a:pPr algn="l" latinLnBrk="1"/>
            <a:r>
              <a:rPr lang="en-US"/>
              <a:t>rank a randomly chosen positive </a:t>
            </a:r>
          </a:p>
          <a:p>
            <a:pPr algn="l" latinLnBrk="1"/>
            <a:r>
              <a:rPr lang="en-US"/>
              <a:t>instance higher than a randomly </a:t>
            </a:r>
          </a:p>
          <a:p>
            <a:pPr algn="l" latinLnBrk="1"/>
            <a:r>
              <a:rPr lang="en-US"/>
              <a:t>chosen negative one. .</a:t>
            </a:r>
          </a:p>
          <a:p>
            <a:pPr algn="l" latinLnBrk="1"/>
            <a:endParaRPr lang="en-US"/>
          </a:p>
          <a:p>
            <a:pPr algn="l" latinLnBrk="1"/>
            <a:r>
              <a:rPr lang="en-US"/>
              <a:t>Excellent at handling missing values   and complex interactions</a:t>
            </a:r>
          </a:p>
          <a:p>
            <a:pPr algn="l" latinLnBrk="1"/>
            <a:endParaRPr lang="en-US"/>
          </a:p>
        </p:txBody>
      </p:sp>
      <p:grpSp>
        <p:nvGrpSpPr>
          <p:cNvPr id="1401" name="Google Shape;1401;p56"/>
          <p:cNvGrpSpPr/>
          <p:nvPr/>
        </p:nvGrpSpPr>
        <p:grpSpPr>
          <a:xfrm>
            <a:off x="4560855" y="1323607"/>
            <a:ext cx="3432984" cy="2496295"/>
            <a:chOff x="331763" y="414153"/>
            <a:chExt cx="6903246" cy="5019697"/>
          </a:xfrm>
        </p:grpSpPr>
        <p:sp>
          <p:nvSpPr>
            <p:cNvPr id="1402" name="Google Shape;1402;p56"/>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6"/>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6"/>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A graph of a curve&#10;&#10;AI-generated content may be incorrect.">
            <a:extLst>
              <a:ext uri="{FF2B5EF4-FFF2-40B4-BE49-F238E27FC236}">
                <a16:creationId xmlns:a16="http://schemas.microsoft.com/office/drawing/2014/main" id="{7F57D4E4-DA97-B8E7-05A8-327CE6302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9200" y="1397765"/>
            <a:ext cx="3015574" cy="20168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9"/>
        <p:cNvGrpSpPr/>
        <p:nvPr/>
      </p:nvGrpSpPr>
      <p:grpSpPr>
        <a:xfrm>
          <a:off x="0" y="0"/>
          <a:ext cx="0" cy="0"/>
          <a:chOff x="0" y="0"/>
          <a:chExt cx="0" cy="0"/>
        </a:xfrm>
      </p:grpSpPr>
      <p:sp>
        <p:nvSpPr>
          <p:cNvPr id="1420" name="Google Shape;1420;p58"/>
          <p:cNvSpPr txBox="1">
            <a:spLocks noGrp="1"/>
          </p:cNvSpPr>
          <p:nvPr>
            <p:ph type="title"/>
          </p:nvPr>
        </p:nvSpPr>
        <p:spPr>
          <a:xfrm>
            <a:off x="1352263" y="1785450"/>
            <a:ext cx="3029700" cy="915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Gain Importance</a:t>
            </a:r>
            <a:endParaRPr/>
          </a:p>
        </p:txBody>
      </p:sp>
      <p:sp>
        <p:nvSpPr>
          <p:cNvPr id="1421" name="Google Shape;1421;p58"/>
          <p:cNvSpPr txBox="1">
            <a:spLocks noGrp="1"/>
          </p:cNvSpPr>
          <p:nvPr>
            <p:ph type="subTitle" idx="1"/>
          </p:nvPr>
        </p:nvSpPr>
        <p:spPr>
          <a:xfrm>
            <a:off x="1352262" y="2641021"/>
            <a:ext cx="3136159" cy="1211132"/>
          </a:xfrm>
          <a:prstGeom prst="rect">
            <a:avLst/>
          </a:prstGeom>
        </p:spPr>
        <p:txBody>
          <a:bodyPr spcFirstLastPara="1" wrap="square" lIns="91425" tIns="91425" rIns="91425" bIns="91425" anchor="t" anchorCtr="0">
            <a:noAutofit/>
          </a:bodyPr>
          <a:lstStyle/>
          <a:p>
            <a:pPr algn="l"/>
            <a:r>
              <a:rPr lang="en-US"/>
              <a:t>The gain metric quantifies how much each feature improves the model. </a:t>
            </a:r>
          </a:p>
        </p:txBody>
      </p:sp>
      <p:grpSp>
        <p:nvGrpSpPr>
          <p:cNvPr id="1422" name="Google Shape;1422;p58"/>
          <p:cNvGrpSpPr/>
          <p:nvPr/>
        </p:nvGrpSpPr>
        <p:grpSpPr>
          <a:xfrm rot="5400000">
            <a:off x="5054725" y="745758"/>
            <a:ext cx="2853694" cy="3651985"/>
            <a:chOff x="5186401" y="494525"/>
            <a:chExt cx="1834973" cy="3724678"/>
          </a:xfrm>
        </p:grpSpPr>
        <p:sp>
          <p:nvSpPr>
            <p:cNvPr id="1423" name="Google Shape;1423;p58"/>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8"/>
            <p:cNvSpPr/>
            <p:nvPr/>
          </p:nvSpPr>
          <p:spPr>
            <a:xfrm>
              <a:off x="5890455" y="38934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6" name="Google Shape;1426;p58"/>
          <p:cNvGrpSpPr/>
          <p:nvPr/>
        </p:nvGrpSpPr>
        <p:grpSpPr>
          <a:xfrm>
            <a:off x="7624863" y="4274850"/>
            <a:ext cx="986125" cy="2095500"/>
            <a:chOff x="7631225" y="2241175"/>
            <a:chExt cx="986125" cy="2095500"/>
          </a:xfrm>
        </p:grpSpPr>
        <p:cxnSp>
          <p:nvCxnSpPr>
            <p:cNvPr id="1427" name="Google Shape;1427;p58"/>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28" name="Google Shape;1428;p58"/>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29" name="Google Shape;1429;p58"/>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0" name="Google Shape;1430;p58"/>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1" name="Google Shape;1431;p58"/>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2" name="Google Shape;1432;p58"/>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3" name="Google Shape;1433;p58"/>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4" name="Google Shape;1434;p58"/>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5" name="Google Shape;1435;p58"/>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6" name="Google Shape;1436;p58"/>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7" name="Google Shape;1437;p58"/>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8" name="Google Shape;1438;p58"/>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39" name="Google Shape;1439;p58"/>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440" name="Google Shape;1440;p58"/>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1441" name="Google Shape;1441;p58"/>
          <p:cNvGrpSpPr/>
          <p:nvPr/>
        </p:nvGrpSpPr>
        <p:grpSpPr>
          <a:xfrm>
            <a:off x="-5879" y="3272100"/>
            <a:ext cx="3056279" cy="1884425"/>
            <a:chOff x="-5879" y="3272100"/>
            <a:chExt cx="3056279" cy="1884425"/>
          </a:xfrm>
        </p:grpSpPr>
        <p:sp>
          <p:nvSpPr>
            <p:cNvPr id="1442" name="Google Shape;1442;p58"/>
            <p:cNvSpPr/>
            <p:nvPr/>
          </p:nvSpPr>
          <p:spPr>
            <a:xfrm rot="5400000" flipH="1">
              <a:off x="1031400" y="3137525"/>
              <a:ext cx="987600" cy="3050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43" name="Google Shape;1443;p58"/>
            <p:cNvSpPr/>
            <p:nvPr/>
          </p:nvSpPr>
          <p:spPr>
            <a:xfrm>
              <a:off x="-5879" y="3272100"/>
              <a:ext cx="337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pic>
        <p:nvPicPr>
          <p:cNvPr id="3" name="Picture 2" descr="A graph with blue and white bars&#10;&#10;AI-generated content may be incorrect.">
            <a:extLst>
              <a:ext uri="{FF2B5EF4-FFF2-40B4-BE49-F238E27FC236}">
                <a16:creationId xmlns:a16="http://schemas.microsoft.com/office/drawing/2014/main" id="{0962BF0B-36B1-9632-789D-1CA5B9389F6D}"/>
              </a:ext>
            </a:extLst>
          </p:cNvPr>
          <p:cNvPicPr>
            <a:picLocks noChangeAspect="1"/>
          </p:cNvPicPr>
          <p:nvPr/>
        </p:nvPicPr>
        <p:blipFill>
          <a:blip r:embed="rId3"/>
          <a:stretch>
            <a:fillRect/>
          </a:stretch>
        </p:blipFill>
        <p:spPr>
          <a:xfrm>
            <a:off x="4672877" y="1381329"/>
            <a:ext cx="3558832" cy="23735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57"/>
          <p:cNvSpPr txBox="1">
            <a:spLocks noGrp="1"/>
          </p:cNvSpPr>
          <p:nvPr>
            <p:ph type="title"/>
          </p:nvPr>
        </p:nvSpPr>
        <p:spPr>
          <a:xfrm>
            <a:off x="4596287" y="1944159"/>
            <a:ext cx="3029700" cy="59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SHAP values</a:t>
            </a:r>
            <a:endParaRPr/>
          </a:p>
        </p:txBody>
      </p:sp>
      <p:sp>
        <p:nvSpPr>
          <p:cNvPr id="1411" name="Google Shape;1411;p57"/>
          <p:cNvSpPr txBox="1">
            <a:spLocks noGrp="1"/>
          </p:cNvSpPr>
          <p:nvPr>
            <p:ph type="subTitle" idx="1"/>
          </p:nvPr>
        </p:nvSpPr>
        <p:spPr>
          <a:xfrm>
            <a:off x="4596287" y="2482430"/>
            <a:ext cx="3029700" cy="1454030"/>
          </a:xfrm>
          <a:prstGeom prst="rect">
            <a:avLst/>
          </a:prstGeom>
        </p:spPr>
        <p:txBody>
          <a:bodyPr spcFirstLastPara="1" wrap="square" lIns="91425" tIns="91425" rIns="91425" bIns="91425" anchor="t" anchorCtr="0">
            <a:noAutofit/>
          </a:bodyPr>
          <a:lstStyle/>
          <a:p>
            <a:pPr marL="0" lvl="0" indent="0"/>
            <a:r>
              <a:rPr lang="en-US"/>
              <a:t>SHAP is also a well‑known method in post‑model evaluation to compare and interpret the final features, since it generates numeric values that quantify each feature’s contribution to the model’s predictions </a:t>
            </a:r>
          </a:p>
        </p:txBody>
      </p:sp>
      <p:grpSp>
        <p:nvGrpSpPr>
          <p:cNvPr id="1412" name="Google Shape;1412;p57"/>
          <p:cNvGrpSpPr/>
          <p:nvPr/>
        </p:nvGrpSpPr>
        <p:grpSpPr>
          <a:xfrm>
            <a:off x="1518013" y="735606"/>
            <a:ext cx="2697276" cy="3672287"/>
            <a:chOff x="1655550" y="790900"/>
            <a:chExt cx="2510262" cy="3417671"/>
          </a:xfrm>
        </p:grpSpPr>
        <p:sp>
          <p:nvSpPr>
            <p:cNvPr id="1413" name="Google Shape;1413;p57"/>
            <p:cNvSpPr/>
            <p:nvPr/>
          </p:nvSpPr>
          <p:spPr>
            <a:xfrm>
              <a:off x="1655550" y="790900"/>
              <a:ext cx="2510262" cy="3417671"/>
            </a:xfrm>
            <a:custGeom>
              <a:avLst/>
              <a:gdLst/>
              <a:ahLst/>
              <a:cxnLst/>
              <a:rect l="l" t="t" r="r" b="b"/>
              <a:pathLst>
                <a:path w="143096" h="190426" extrusionOk="0">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7"/>
            <p:cNvSpPr/>
            <p:nvPr/>
          </p:nvSpPr>
          <p:spPr>
            <a:xfrm>
              <a:off x="1735300" y="886765"/>
              <a:ext cx="2350730" cy="3115776"/>
            </a:xfrm>
            <a:custGeom>
              <a:avLst/>
              <a:gdLst/>
              <a:ahLst/>
              <a:cxnLst/>
              <a:rect l="l" t="t" r="r" b="b"/>
              <a:pathLst>
                <a:path w="134002" h="173605" extrusionOk="0">
                  <a:moveTo>
                    <a:pt x="1" y="1"/>
                  </a:moveTo>
                  <a:lnTo>
                    <a:pt x="1" y="53821"/>
                  </a:lnTo>
                  <a:lnTo>
                    <a:pt x="1" y="127599"/>
                  </a:lnTo>
                  <a:lnTo>
                    <a:pt x="1" y="173605"/>
                  </a:lnTo>
                  <a:lnTo>
                    <a:pt x="134001" y="173605"/>
                  </a:lnTo>
                  <a:lnTo>
                    <a:pt x="134001" y="34615"/>
                  </a:lnTo>
                  <a:lnTo>
                    <a:pt x="134001" y="1"/>
                  </a:lnTo>
                  <a:close/>
                </a:path>
              </a:pathLst>
            </a:custGeom>
            <a:solidFill>
              <a:srgbClr val="C2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graph with text and numbers&#10;&#10;AI-generated content may be incorrect.">
            <a:extLst>
              <a:ext uri="{FF2B5EF4-FFF2-40B4-BE49-F238E27FC236}">
                <a16:creationId xmlns:a16="http://schemas.microsoft.com/office/drawing/2014/main" id="{A67C72B4-3F34-551B-B5F2-571BD3250D99}"/>
              </a:ext>
            </a:extLst>
          </p:cNvPr>
          <p:cNvPicPr>
            <a:picLocks noChangeAspect="1"/>
          </p:cNvPicPr>
          <p:nvPr/>
        </p:nvPicPr>
        <p:blipFill>
          <a:blip r:embed="rId3"/>
          <a:stretch>
            <a:fillRect/>
          </a:stretch>
        </p:blipFill>
        <p:spPr>
          <a:xfrm>
            <a:off x="1603704" y="838613"/>
            <a:ext cx="2525859" cy="33479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4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SHAP Dependency Plots</a:t>
            </a:r>
            <a:endParaRPr/>
          </a:p>
        </p:txBody>
      </p:sp>
      <p:sp>
        <p:nvSpPr>
          <p:cNvPr id="1167" name="Google Shape;1167;p46"/>
          <p:cNvSpPr txBox="1">
            <a:spLocks noGrp="1"/>
          </p:cNvSpPr>
          <p:nvPr>
            <p:ph type="subTitle" idx="1"/>
          </p:nvPr>
        </p:nvSpPr>
        <p:spPr>
          <a:xfrm>
            <a:off x="798552" y="2867950"/>
            <a:ext cx="2389800" cy="124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8" name="Google Shape;1168;p46"/>
          <p:cNvSpPr txBox="1">
            <a:spLocks noGrp="1"/>
          </p:cNvSpPr>
          <p:nvPr>
            <p:ph type="subTitle" idx="2"/>
          </p:nvPr>
        </p:nvSpPr>
        <p:spPr>
          <a:xfrm>
            <a:off x="3325000" y="2629445"/>
            <a:ext cx="2389800" cy="16807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and its atmosphere is poisonous. It’s the second-brightest natural object in the night sky</a:t>
            </a:r>
            <a:endParaRPr/>
          </a:p>
        </p:txBody>
      </p:sp>
      <p:sp>
        <p:nvSpPr>
          <p:cNvPr id="1169" name="Google Shape;1169;p46"/>
          <p:cNvSpPr txBox="1">
            <a:spLocks noGrp="1"/>
          </p:cNvSpPr>
          <p:nvPr>
            <p:ph type="subTitle" idx="3"/>
          </p:nvPr>
        </p:nvSpPr>
        <p:spPr>
          <a:xfrm>
            <a:off x="790088" y="2192042"/>
            <a:ext cx="2534912"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Contract term </a:t>
            </a:r>
            <a:r>
              <a:rPr lang="en-US" sz="900" b="0"/>
              <a:t>(M2M)</a:t>
            </a:r>
          </a:p>
        </p:txBody>
      </p:sp>
      <p:sp>
        <p:nvSpPr>
          <p:cNvPr id="1170" name="Google Shape;1170;p46"/>
          <p:cNvSpPr txBox="1">
            <a:spLocks noGrp="1"/>
          </p:cNvSpPr>
          <p:nvPr>
            <p:ph type="subTitle" idx="4"/>
          </p:nvPr>
        </p:nvSpPr>
        <p:spPr>
          <a:xfrm>
            <a:off x="3367652" y="2192042"/>
            <a:ext cx="23898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Tech Support</a:t>
            </a:r>
            <a:endParaRPr/>
          </a:p>
        </p:txBody>
      </p:sp>
      <p:sp>
        <p:nvSpPr>
          <p:cNvPr id="1171" name="Google Shape;1171;p46"/>
          <p:cNvSpPr txBox="1">
            <a:spLocks noGrp="1"/>
          </p:cNvSpPr>
          <p:nvPr>
            <p:ph type="subTitle" idx="5"/>
          </p:nvPr>
        </p:nvSpPr>
        <p:spPr>
          <a:xfrm>
            <a:off x="5955640" y="2671243"/>
            <a:ext cx="2389800" cy="14390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2" name="Google Shape;1172;p46"/>
          <p:cNvSpPr txBox="1">
            <a:spLocks noGrp="1"/>
          </p:cNvSpPr>
          <p:nvPr>
            <p:ph type="subTitle" idx="6"/>
          </p:nvPr>
        </p:nvSpPr>
        <p:spPr>
          <a:xfrm>
            <a:off x="5953688" y="2186714"/>
            <a:ext cx="2630633"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Has Dependents</a:t>
            </a:r>
            <a:endParaRPr/>
          </a:p>
        </p:txBody>
      </p:sp>
      <p:sp>
        <p:nvSpPr>
          <p:cNvPr id="1173" name="Google Shape;1173;p46"/>
          <p:cNvSpPr/>
          <p:nvPr/>
        </p:nvSpPr>
        <p:spPr>
          <a:xfrm>
            <a:off x="958627" y="1215187"/>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4" name="Google Shape;1174;p46"/>
          <p:cNvSpPr/>
          <p:nvPr/>
        </p:nvSpPr>
        <p:spPr>
          <a:xfrm>
            <a:off x="3628688" y="1240464"/>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5" name="Google Shape;1175;p46"/>
          <p:cNvSpPr/>
          <p:nvPr/>
        </p:nvSpPr>
        <p:spPr>
          <a:xfrm>
            <a:off x="6128063" y="1226085"/>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 name="Google Shape;10711;p88">
            <a:extLst>
              <a:ext uri="{FF2B5EF4-FFF2-40B4-BE49-F238E27FC236}">
                <a16:creationId xmlns:a16="http://schemas.microsoft.com/office/drawing/2014/main" id="{7EA198C3-81EB-3A65-36DD-785E14150CE2}"/>
              </a:ext>
            </a:extLst>
          </p:cNvPr>
          <p:cNvSpPr/>
          <p:nvPr/>
        </p:nvSpPr>
        <p:spPr>
          <a:xfrm>
            <a:off x="3816878" y="1495644"/>
            <a:ext cx="440986" cy="440987"/>
          </a:xfrm>
          <a:custGeom>
            <a:avLst/>
            <a:gdLst/>
            <a:ahLst/>
            <a:cxnLst/>
            <a:rect l="l" t="t" r="r" b="b"/>
            <a:pathLst>
              <a:path w="11153" h="11713" extrusionOk="0">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highlight>
                <a:srgbClr val="000080"/>
              </a:highlight>
            </a:endParaRPr>
          </a:p>
        </p:txBody>
      </p:sp>
      <p:sp>
        <p:nvSpPr>
          <p:cNvPr id="3" name="TextBox 2">
            <a:extLst>
              <a:ext uri="{FF2B5EF4-FFF2-40B4-BE49-F238E27FC236}">
                <a16:creationId xmlns:a16="http://schemas.microsoft.com/office/drawing/2014/main" id="{266EEEB9-C760-6FFF-4A8E-2693EAD6EA72}"/>
              </a:ext>
            </a:extLst>
          </p:cNvPr>
          <p:cNvSpPr txBox="1"/>
          <p:nvPr/>
        </p:nvSpPr>
        <p:spPr>
          <a:xfrm>
            <a:off x="6822332" y="2321668"/>
            <a:ext cx="184731" cy="307777"/>
          </a:xfrm>
          <a:prstGeom prst="rect">
            <a:avLst/>
          </a:prstGeom>
          <a:noFill/>
        </p:spPr>
        <p:txBody>
          <a:bodyPr wrap="none" rtlCol="0">
            <a:spAutoFit/>
          </a:bodyPr>
          <a:lstStyle/>
          <a:p>
            <a:endParaRPr lang="en-US"/>
          </a:p>
        </p:txBody>
      </p:sp>
      <p:grpSp>
        <p:nvGrpSpPr>
          <p:cNvPr id="10" name="Google Shape;1802;p72">
            <a:extLst>
              <a:ext uri="{FF2B5EF4-FFF2-40B4-BE49-F238E27FC236}">
                <a16:creationId xmlns:a16="http://schemas.microsoft.com/office/drawing/2014/main" id="{F3B14ED9-3145-C8D8-B7A4-D46AE7091001}"/>
              </a:ext>
            </a:extLst>
          </p:cNvPr>
          <p:cNvGrpSpPr/>
          <p:nvPr/>
        </p:nvGrpSpPr>
        <p:grpSpPr>
          <a:xfrm>
            <a:off x="1167940" y="1445290"/>
            <a:ext cx="460373" cy="440591"/>
            <a:chOff x="5402502" y="2999025"/>
            <a:chExt cx="460373" cy="440591"/>
          </a:xfrm>
        </p:grpSpPr>
        <p:sp>
          <p:nvSpPr>
            <p:cNvPr id="11" name="Google Shape;1803;p72">
              <a:extLst>
                <a:ext uri="{FF2B5EF4-FFF2-40B4-BE49-F238E27FC236}">
                  <a16:creationId xmlns:a16="http://schemas.microsoft.com/office/drawing/2014/main" id="{910D0EE5-77CD-EFEC-3EBC-F2AFE58D8136}"/>
                </a:ext>
              </a:extLst>
            </p:cNvPr>
            <p:cNvSpPr/>
            <p:nvPr/>
          </p:nvSpPr>
          <p:spPr>
            <a:xfrm>
              <a:off x="5402502" y="2999025"/>
              <a:ext cx="329104" cy="440591"/>
            </a:xfrm>
            <a:custGeom>
              <a:avLst/>
              <a:gdLst/>
              <a:ahLst/>
              <a:cxnLst/>
              <a:rect l="l" t="t" r="r" b="b"/>
              <a:pathLst>
                <a:path w="329104" h="440591" extrusionOk="0">
                  <a:moveTo>
                    <a:pt x="315275" y="0"/>
                  </a:moveTo>
                  <a:lnTo>
                    <a:pt x="13820" y="0"/>
                  </a:lnTo>
                  <a:cubicBezTo>
                    <a:pt x="6187" y="0"/>
                    <a:pt x="0" y="6186"/>
                    <a:pt x="0" y="13820"/>
                  </a:cubicBezTo>
                  <a:lnTo>
                    <a:pt x="0" y="426771"/>
                  </a:lnTo>
                  <a:cubicBezTo>
                    <a:pt x="0" y="434406"/>
                    <a:pt x="6187" y="440592"/>
                    <a:pt x="13820" y="440592"/>
                  </a:cubicBezTo>
                  <a:lnTo>
                    <a:pt x="230133" y="440592"/>
                  </a:lnTo>
                  <a:cubicBezTo>
                    <a:pt x="233801" y="440592"/>
                    <a:pt x="237317" y="439135"/>
                    <a:pt x="239916" y="436537"/>
                  </a:cubicBezTo>
                  <a:lnTo>
                    <a:pt x="325058" y="351340"/>
                  </a:lnTo>
                  <a:cubicBezTo>
                    <a:pt x="327648" y="348751"/>
                    <a:pt x="329104" y="345235"/>
                    <a:pt x="329104" y="341567"/>
                  </a:cubicBezTo>
                  <a:lnTo>
                    <a:pt x="329104" y="13820"/>
                  </a:lnTo>
                  <a:cubicBezTo>
                    <a:pt x="329104" y="6186"/>
                    <a:pt x="322918" y="0"/>
                    <a:pt x="315284" y="0"/>
                  </a:cubicBezTo>
                  <a:close/>
                  <a:moveTo>
                    <a:pt x="243674" y="393251"/>
                  </a:moveTo>
                  <a:lnTo>
                    <a:pt x="243674" y="355171"/>
                  </a:lnTo>
                  <a:lnTo>
                    <a:pt x="281754" y="355171"/>
                  </a:lnTo>
                  <a:lnTo>
                    <a:pt x="243674" y="393251"/>
                  </a:lnTo>
                  <a:close/>
                  <a:moveTo>
                    <a:pt x="302120" y="327297"/>
                  </a:moveTo>
                  <a:lnTo>
                    <a:pt x="230538" y="327297"/>
                  </a:lnTo>
                  <a:cubicBezTo>
                    <a:pt x="222895" y="327297"/>
                    <a:pt x="216708" y="333501"/>
                    <a:pt x="216708" y="341144"/>
                  </a:cubicBezTo>
                  <a:lnTo>
                    <a:pt x="216708" y="412718"/>
                  </a:lnTo>
                  <a:lnTo>
                    <a:pt x="27883" y="412718"/>
                  </a:lnTo>
                  <a:lnTo>
                    <a:pt x="27883" y="27874"/>
                  </a:lnTo>
                  <a:lnTo>
                    <a:pt x="302129" y="27874"/>
                  </a:lnTo>
                  <a:cubicBezTo>
                    <a:pt x="302129" y="27874"/>
                    <a:pt x="302129" y="325283"/>
                    <a:pt x="302129" y="32729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 name="Google Shape;1804;p72">
              <a:extLst>
                <a:ext uri="{FF2B5EF4-FFF2-40B4-BE49-F238E27FC236}">
                  <a16:creationId xmlns:a16="http://schemas.microsoft.com/office/drawing/2014/main" id="{FA3AAF4A-483D-309C-C927-3C4BD08769B0}"/>
                </a:ext>
              </a:extLst>
            </p:cNvPr>
            <p:cNvSpPr/>
            <p:nvPr/>
          </p:nvSpPr>
          <p:spPr>
            <a:xfrm>
              <a:off x="5464935" y="3085345"/>
              <a:ext cx="204328" cy="27874"/>
            </a:xfrm>
            <a:custGeom>
              <a:avLst/>
              <a:gdLst/>
              <a:ahLst/>
              <a:cxnLst/>
              <a:rect l="l" t="t" r="r" b="b"/>
              <a:pathLst>
                <a:path w="204328" h="27874" extrusionOk="0">
                  <a:moveTo>
                    <a:pt x="190395" y="0"/>
                  </a:moveTo>
                  <a:lnTo>
                    <a:pt x="14149" y="0"/>
                  </a:lnTo>
                  <a:cubicBezTo>
                    <a:pt x="7720" y="0"/>
                    <a:pt x="1903" y="4253"/>
                    <a:pt x="410" y="10502"/>
                  </a:cubicBezTo>
                  <a:cubicBezTo>
                    <a:pt x="-1784" y="19701"/>
                    <a:pt x="5131" y="27874"/>
                    <a:pt x="13933" y="27874"/>
                  </a:cubicBezTo>
                  <a:lnTo>
                    <a:pt x="190179" y="27874"/>
                  </a:lnTo>
                  <a:cubicBezTo>
                    <a:pt x="196590" y="27874"/>
                    <a:pt x="202408" y="23639"/>
                    <a:pt x="203909" y="17399"/>
                  </a:cubicBezTo>
                  <a:cubicBezTo>
                    <a:pt x="206130" y="8209"/>
                    <a:pt x="199216" y="0"/>
                    <a:pt x="19039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3" name="Google Shape;1805;p72">
              <a:extLst>
                <a:ext uri="{FF2B5EF4-FFF2-40B4-BE49-F238E27FC236}">
                  <a16:creationId xmlns:a16="http://schemas.microsoft.com/office/drawing/2014/main" id="{3BEDECCF-F73C-D982-B168-C1831E4EA91F}"/>
                </a:ext>
              </a:extLst>
            </p:cNvPr>
            <p:cNvSpPr/>
            <p:nvPr/>
          </p:nvSpPr>
          <p:spPr>
            <a:xfrm>
              <a:off x="5464935" y="3145590"/>
              <a:ext cx="204336" cy="27874"/>
            </a:xfrm>
            <a:custGeom>
              <a:avLst/>
              <a:gdLst/>
              <a:ahLst/>
              <a:cxnLst/>
              <a:rect l="l" t="t" r="r" b="b"/>
              <a:pathLst>
                <a:path w="204336" h="27874" extrusionOk="0">
                  <a:moveTo>
                    <a:pt x="190394" y="0"/>
                  </a:moveTo>
                  <a:lnTo>
                    <a:pt x="14149" y="0"/>
                  </a:lnTo>
                  <a:cubicBezTo>
                    <a:pt x="7738" y="0"/>
                    <a:pt x="1920" y="4235"/>
                    <a:pt x="419" y="10475"/>
                  </a:cubicBezTo>
                  <a:cubicBezTo>
                    <a:pt x="-1803" y="19665"/>
                    <a:pt x="5121" y="27874"/>
                    <a:pt x="13942" y="27874"/>
                  </a:cubicBezTo>
                  <a:lnTo>
                    <a:pt x="190188" y="27874"/>
                  </a:lnTo>
                  <a:cubicBezTo>
                    <a:pt x="196617" y="27874"/>
                    <a:pt x="202434" y="23621"/>
                    <a:pt x="203927" y="17372"/>
                  </a:cubicBezTo>
                  <a:cubicBezTo>
                    <a:pt x="206121" y="8173"/>
                    <a:pt x="199206" y="0"/>
                    <a:pt x="19040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4" name="Google Shape;1806;p72">
              <a:extLst>
                <a:ext uri="{FF2B5EF4-FFF2-40B4-BE49-F238E27FC236}">
                  <a16:creationId xmlns:a16="http://schemas.microsoft.com/office/drawing/2014/main" id="{405606BE-FE01-C860-C91C-D4EF2657E0B8}"/>
                </a:ext>
              </a:extLst>
            </p:cNvPr>
            <p:cNvSpPr/>
            <p:nvPr/>
          </p:nvSpPr>
          <p:spPr>
            <a:xfrm>
              <a:off x="5464934" y="3205825"/>
              <a:ext cx="204328" cy="27874"/>
            </a:xfrm>
            <a:custGeom>
              <a:avLst/>
              <a:gdLst/>
              <a:ahLst/>
              <a:cxnLst/>
              <a:rect l="l" t="t" r="r" b="b"/>
              <a:pathLst>
                <a:path w="204328" h="27874" extrusionOk="0">
                  <a:moveTo>
                    <a:pt x="203910" y="10475"/>
                  </a:moveTo>
                  <a:cubicBezTo>
                    <a:pt x="202408" y="4244"/>
                    <a:pt x="196591" y="0"/>
                    <a:pt x="190179" y="0"/>
                  </a:cubicBezTo>
                  <a:lnTo>
                    <a:pt x="13934" y="0"/>
                  </a:lnTo>
                  <a:cubicBezTo>
                    <a:pt x="5122" y="0"/>
                    <a:pt x="-1784" y="8183"/>
                    <a:pt x="410" y="17372"/>
                  </a:cubicBezTo>
                  <a:cubicBezTo>
                    <a:pt x="1903" y="23621"/>
                    <a:pt x="7720" y="27874"/>
                    <a:pt x="14150" y="27874"/>
                  </a:cubicBezTo>
                  <a:lnTo>
                    <a:pt x="190395" y="27874"/>
                  </a:lnTo>
                  <a:cubicBezTo>
                    <a:pt x="199216" y="27874"/>
                    <a:pt x="206131" y="19665"/>
                    <a:pt x="203910" y="104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 name="Google Shape;1807;p72">
              <a:extLst>
                <a:ext uri="{FF2B5EF4-FFF2-40B4-BE49-F238E27FC236}">
                  <a16:creationId xmlns:a16="http://schemas.microsoft.com/office/drawing/2014/main" id="{6B1DA0A0-88A7-F445-BCA4-04E8F375C0CB}"/>
                </a:ext>
              </a:extLst>
            </p:cNvPr>
            <p:cNvSpPr/>
            <p:nvPr/>
          </p:nvSpPr>
          <p:spPr>
            <a:xfrm>
              <a:off x="5461182" y="3267225"/>
              <a:ext cx="151869" cy="88518"/>
            </a:xfrm>
            <a:custGeom>
              <a:avLst/>
              <a:gdLst/>
              <a:ahLst/>
              <a:cxnLst/>
              <a:rect l="l" t="t" r="r" b="b"/>
              <a:pathLst>
                <a:path w="151869" h="88518" extrusionOk="0">
                  <a:moveTo>
                    <a:pt x="137914" y="30324"/>
                  </a:moveTo>
                  <a:lnTo>
                    <a:pt x="98234" y="30324"/>
                  </a:lnTo>
                  <a:cubicBezTo>
                    <a:pt x="94242" y="30324"/>
                    <a:pt x="90438" y="32042"/>
                    <a:pt x="87795" y="35045"/>
                  </a:cubicBezTo>
                  <a:lnTo>
                    <a:pt x="76349" y="47993"/>
                  </a:lnTo>
                  <a:lnTo>
                    <a:pt x="61701" y="9023"/>
                  </a:lnTo>
                  <a:cubicBezTo>
                    <a:pt x="60028" y="4599"/>
                    <a:pt x="56225" y="1308"/>
                    <a:pt x="51603" y="319"/>
                  </a:cubicBezTo>
                  <a:cubicBezTo>
                    <a:pt x="46982" y="-688"/>
                    <a:pt x="42162" y="724"/>
                    <a:pt x="38808" y="4069"/>
                  </a:cubicBezTo>
                  <a:lnTo>
                    <a:pt x="4100" y="38705"/>
                  </a:lnTo>
                  <a:cubicBezTo>
                    <a:pt x="-1358" y="44136"/>
                    <a:pt x="-1367" y="52965"/>
                    <a:pt x="4073" y="58414"/>
                  </a:cubicBezTo>
                  <a:cubicBezTo>
                    <a:pt x="9504" y="63872"/>
                    <a:pt x="18334" y="63881"/>
                    <a:pt x="23792" y="58441"/>
                  </a:cubicBezTo>
                  <a:lnTo>
                    <a:pt x="43223" y="39055"/>
                  </a:lnTo>
                  <a:lnTo>
                    <a:pt x="58428" y="79491"/>
                  </a:lnTo>
                  <a:cubicBezTo>
                    <a:pt x="62133" y="89354"/>
                    <a:pt x="75017" y="91647"/>
                    <a:pt x="81914" y="83816"/>
                  </a:cubicBezTo>
                  <a:lnTo>
                    <a:pt x="104537" y="58198"/>
                  </a:lnTo>
                  <a:lnTo>
                    <a:pt x="137932" y="58198"/>
                  </a:lnTo>
                  <a:cubicBezTo>
                    <a:pt x="145629" y="58198"/>
                    <a:pt x="151869" y="51967"/>
                    <a:pt x="151869" y="44261"/>
                  </a:cubicBezTo>
                  <a:cubicBezTo>
                    <a:pt x="151869" y="36564"/>
                    <a:pt x="145629" y="30324"/>
                    <a:pt x="137932" y="303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6" name="Google Shape;1808;p72">
              <a:extLst>
                <a:ext uri="{FF2B5EF4-FFF2-40B4-BE49-F238E27FC236}">
                  <a16:creationId xmlns:a16="http://schemas.microsoft.com/office/drawing/2014/main" id="{E008F3B2-9B9A-1981-DC18-AE01B238F2F1}"/>
                </a:ext>
              </a:extLst>
            </p:cNvPr>
            <p:cNvSpPr/>
            <p:nvPr/>
          </p:nvSpPr>
          <p:spPr>
            <a:xfrm>
              <a:off x="5759471" y="3049379"/>
              <a:ext cx="103404" cy="345109"/>
            </a:xfrm>
            <a:custGeom>
              <a:avLst/>
              <a:gdLst/>
              <a:ahLst/>
              <a:cxnLst/>
              <a:rect l="l" t="t" r="r" b="b"/>
              <a:pathLst>
                <a:path w="103404" h="345109" extrusionOk="0">
                  <a:moveTo>
                    <a:pt x="74263" y="0"/>
                  </a:moveTo>
                  <a:lnTo>
                    <a:pt x="29142" y="0"/>
                  </a:lnTo>
                  <a:cubicBezTo>
                    <a:pt x="13047" y="0"/>
                    <a:pt x="0" y="13047"/>
                    <a:pt x="0" y="29142"/>
                  </a:cubicBezTo>
                  <a:lnTo>
                    <a:pt x="0" y="254176"/>
                  </a:lnTo>
                  <a:cubicBezTo>
                    <a:pt x="0" y="254176"/>
                    <a:pt x="0" y="254221"/>
                    <a:pt x="0" y="254239"/>
                  </a:cubicBezTo>
                  <a:cubicBezTo>
                    <a:pt x="9" y="256388"/>
                    <a:pt x="540" y="258492"/>
                    <a:pt x="1412" y="260273"/>
                  </a:cubicBezTo>
                  <a:lnTo>
                    <a:pt x="39294" y="337394"/>
                  </a:lnTo>
                  <a:cubicBezTo>
                    <a:pt x="44347" y="347681"/>
                    <a:pt x="59057" y="347681"/>
                    <a:pt x="64111" y="337394"/>
                  </a:cubicBezTo>
                  <a:lnTo>
                    <a:pt x="101993" y="260273"/>
                  </a:lnTo>
                  <a:cubicBezTo>
                    <a:pt x="102874" y="258474"/>
                    <a:pt x="103395" y="256371"/>
                    <a:pt x="103404" y="254239"/>
                  </a:cubicBezTo>
                  <a:cubicBezTo>
                    <a:pt x="103404" y="254221"/>
                    <a:pt x="103404" y="254194"/>
                    <a:pt x="103404" y="254176"/>
                  </a:cubicBezTo>
                  <a:lnTo>
                    <a:pt x="103404" y="29142"/>
                  </a:lnTo>
                  <a:cubicBezTo>
                    <a:pt x="103404" y="13074"/>
                    <a:pt x="90330" y="0"/>
                    <a:pt x="74263" y="0"/>
                  </a:cubicBezTo>
                  <a:close/>
                  <a:moveTo>
                    <a:pt x="51720" y="299899"/>
                  </a:moveTo>
                  <a:lnTo>
                    <a:pt x="36039" y="267952"/>
                  </a:lnTo>
                  <a:lnTo>
                    <a:pt x="67411" y="267952"/>
                  </a:lnTo>
                  <a:lnTo>
                    <a:pt x="51720" y="299899"/>
                  </a:lnTo>
                  <a:close/>
                  <a:moveTo>
                    <a:pt x="75539" y="240078"/>
                  </a:moveTo>
                  <a:lnTo>
                    <a:pt x="27883" y="240078"/>
                  </a:lnTo>
                  <a:lnTo>
                    <a:pt x="27883" y="81824"/>
                  </a:lnTo>
                  <a:lnTo>
                    <a:pt x="75539" y="81824"/>
                  </a:lnTo>
                  <a:lnTo>
                    <a:pt x="75539" y="240078"/>
                  </a:lnTo>
                  <a:close/>
                  <a:moveTo>
                    <a:pt x="75539" y="53950"/>
                  </a:moveTo>
                  <a:lnTo>
                    <a:pt x="27883" y="53950"/>
                  </a:lnTo>
                  <a:lnTo>
                    <a:pt x="27883" y="28477"/>
                  </a:lnTo>
                  <a:cubicBezTo>
                    <a:pt x="27883" y="27649"/>
                    <a:pt x="28558" y="26975"/>
                    <a:pt x="29385" y="26975"/>
                  </a:cubicBezTo>
                  <a:lnTo>
                    <a:pt x="74046" y="26975"/>
                  </a:lnTo>
                  <a:cubicBezTo>
                    <a:pt x="74874" y="26975"/>
                    <a:pt x="75548" y="27649"/>
                    <a:pt x="75548" y="28477"/>
                  </a:cubicBezTo>
                  <a:lnTo>
                    <a:pt x="75548" y="539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pic>
        <p:nvPicPr>
          <p:cNvPr id="23" name="Picture 22" descr="A graph with a blue line&#10;&#10;AI-generated content may be incorrect.">
            <a:extLst>
              <a:ext uri="{FF2B5EF4-FFF2-40B4-BE49-F238E27FC236}">
                <a16:creationId xmlns:a16="http://schemas.microsoft.com/office/drawing/2014/main" id="{21AF8F2B-C4CE-8337-309D-55D7FA1B3747}"/>
              </a:ext>
            </a:extLst>
          </p:cNvPr>
          <p:cNvPicPr>
            <a:picLocks noChangeAspect="1"/>
          </p:cNvPicPr>
          <p:nvPr/>
        </p:nvPicPr>
        <p:blipFill>
          <a:blip r:embed="rId3"/>
          <a:stretch>
            <a:fillRect/>
          </a:stretch>
        </p:blipFill>
        <p:spPr>
          <a:xfrm>
            <a:off x="796591" y="2580890"/>
            <a:ext cx="2393723" cy="1871532"/>
          </a:xfrm>
          <a:prstGeom prst="rect">
            <a:avLst/>
          </a:prstGeom>
        </p:spPr>
      </p:pic>
      <p:pic>
        <p:nvPicPr>
          <p:cNvPr id="26" name="Picture 25" descr="A graph with a blue line&#10;&#10;AI-generated content may be incorrect.">
            <a:extLst>
              <a:ext uri="{FF2B5EF4-FFF2-40B4-BE49-F238E27FC236}">
                <a16:creationId xmlns:a16="http://schemas.microsoft.com/office/drawing/2014/main" id="{52A4358F-49E9-E1E5-6520-6153940C6588}"/>
              </a:ext>
            </a:extLst>
          </p:cNvPr>
          <p:cNvPicPr>
            <a:picLocks noChangeAspect="1"/>
          </p:cNvPicPr>
          <p:nvPr/>
        </p:nvPicPr>
        <p:blipFill>
          <a:blip r:embed="rId4"/>
          <a:stretch>
            <a:fillRect/>
          </a:stretch>
        </p:blipFill>
        <p:spPr>
          <a:xfrm>
            <a:off x="3301194" y="2546628"/>
            <a:ext cx="2456258" cy="1940056"/>
          </a:xfrm>
          <a:prstGeom prst="rect">
            <a:avLst/>
          </a:prstGeom>
        </p:spPr>
      </p:pic>
      <p:pic>
        <p:nvPicPr>
          <p:cNvPr id="30" name="Picture 29" descr="A graph with blue dots&#10;&#10;AI-generated content may be incorrect.">
            <a:extLst>
              <a:ext uri="{FF2B5EF4-FFF2-40B4-BE49-F238E27FC236}">
                <a16:creationId xmlns:a16="http://schemas.microsoft.com/office/drawing/2014/main" id="{9A6B14E2-6576-814E-8650-26B27A176770}"/>
              </a:ext>
            </a:extLst>
          </p:cNvPr>
          <p:cNvPicPr>
            <a:picLocks noChangeAspect="1"/>
          </p:cNvPicPr>
          <p:nvPr/>
        </p:nvPicPr>
        <p:blipFill>
          <a:blip r:embed="rId5"/>
          <a:stretch>
            <a:fillRect/>
          </a:stretch>
        </p:blipFill>
        <p:spPr>
          <a:xfrm>
            <a:off x="5916923" y="2546628"/>
            <a:ext cx="2456258" cy="1941448"/>
          </a:xfrm>
          <a:prstGeom prst="rect">
            <a:avLst/>
          </a:prstGeom>
        </p:spPr>
      </p:pic>
      <p:grpSp>
        <p:nvGrpSpPr>
          <p:cNvPr id="31" name="Google Shape;10888;p88">
            <a:extLst>
              <a:ext uri="{FF2B5EF4-FFF2-40B4-BE49-F238E27FC236}">
                <a16:creationId xmlns:a16="http://schemas.microsoft.com/office/drawing/2014/main" id="{1A873E67-671A-4EBE-77EA-44B0BE9DAABA}"/>
              </a:ext>
            </a:extLst>
          </p:cNvPr>
          <p:cNvGrpSpPr/>
          <p:nvPr/>
        </p:nvGrpSpPr>
        <p:grpSpPr>
          <a:xfrm>
            <a:off x="6220843" y="3137558"/>
            <a:ext cx="317292" cy="359299"/>
            <a:chOff x="-53670800" y="2296300"/>
            <a:chExt cx="279625" cy="316650"/>
          </a:xfrm>
        </p:grpSpPr>
        <p:sp>
          <p:nvSpPr>
            <p:cNvPr id="32" name="Google Shape;10889;p88">
              <a:extLst>
                <a:ext uri="{FF2B5EF4-FFF2-40B4-BE49-F238E27FC236}">
                  <a16:creationId xmlns:a16="http://schemas.microsoft.com/office/drawing/2014/main" id="{5A09B6D9-F3E0-4C4C-BB66-11CF5E9FAFBD}"/>
                </a:ext>
              </a:extLst>
            </p:cNvPr>
            <p:cNvSpPr/>
            <p:nvPr/>
          </p:nvSpPr>
          <p:spPr>
            <a:xfrm>
              <a:off x="-53567625" y="2527275"/>
              <a:ext cx="73250" cy="29750"/>
            </a:xfrm>
            <a:custGeom>
              <a:avLst/>
              <a:gdLst/>
              <a:ahLst/>
              <a:cxnLst/>
              <a:rect l="l" t="t" r="r" b="b"/>
              <a:pathLst>
                <a:path w="2930" h="1190" extrusionOk="0">
                  <a:moveTo>
                    <a:pt x="410" y="1"/>
                  </a:moveTo>
                  <a:cubicBezTo>
                    <a:pt x="315" y="1"/>
                    <a:pt x="221" y="40"/>
                    <a:pt x="158" y="119"/>
                  </a:cubicBezTo>
                  <a:cubicBezTo>
                    <a:pt x="0" y="276"/>
                    <a:pt x="0" y="528"/>
                    <a:pt x="158" y="623"/>
                  </a:cubicBezTo>
                  <a:cubicBezTo>
                    <a:pt x="504" y="1001"/>
                    <a:pt x="977" y="1190"/>
                    <a:pt x="1449" y="1190"/>
                  </a:cubicBezTo>
                  <a:cubicBezTo>
                    <a:pt x="1922" y="1190"/>
                    <a:pt x="2458" y="1001"/>
                    <a:pt x="2773" y="623"/>
                  </a:cubicBezTo>
                  <a:cubicBezTo>
                    <a:pt x="2930" y="465"/>
                    <a:pt x="2930" y="245"/>
                    <a:pt x="2773" y="119"/>
                  </a:cubicBezTo>
                  <a:cubicBezTo>
                    <a:pt x="2710" y="40"/>
                    <a:pt x="2615" y="1"/>
                    <a:pt x="2517" y="1"/>
                  </a:cubicBezTo>
                  <a:cubicBezTo>
                    <a:pt x="2418" y="1"/>
                    <a:pt x="2316" y="40"/>
                    <a:pt x="2237" y="119"/>
                  </a:cubicBezTo>
                  <a:cubicBezTo>
                    <a:pt x="2048" y="308"/>
                    <a:pt x="1733" y="434"/>
                    <a:pt x="1449" y="434"/>
                  </a:cubicBezTo>
                  <a:cubicBezTo>
                    <a:pt x="1134" y="434"/>
                    <a:pt x="882" y="308"/>
                    <a:pt x="662" y="119"/>
                  </a:cubicBezTo>
                  <a:cubicBezTo>
                    <a:pt x="599" y="40"/>
                    <a:pt x="504"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890;p88">
              <a:extLst>
                <a:ext uri="{FF2B5EF4-FFF2-40B4-BE49-F238E27FC236}">
                  <a16:creationId xmlns:a16="http://schemas.microsoft.com/office/drawing/2014/main" id="{38655254-3973-15EC-90DC-59C95DB1D2CA}"/>
                </a:ext>
              </a:extLst>
            </p:cNvPr>
            <p:cNvSpPr/>
            <p:nvPr/>
          </p:nvSpPr>
          <p:spPr>
            <a:xfrm>
              <a:off x="-53502250" y="2463275"/>
              <a:ext cx="17325" cy="17350"/>
            </a:xfrm>
            <a:custGeom>
              <a:avLst/>
              <a:gdLst/>
              <a:ahLst/>
              <a:cxnLst/>
              <a:rect l="l" t="t" r="r" b="b"/>
              <a:pathLst>
                <a:path w="693"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891;p88">
              <a:extLst>
                <a:ext uri="{FF2B5EF4-FFF2-40B4-BE49-F238E27FC236}">
                  <a16:creationId xmlns:a16="http://schemas.microsoft.com/office/drawing/2014/main" id="{C9E948D6-3C8C-5AC2-86EF-EDD8E4F8D251}"/>
                </a:ext>
              </a:extLst>
            </p:cNvPr>
            <p:cNvSpPr/>
            <p:nvPr/>
          </p:nvSpPr>
          <p:spPr>
            <a:xfrm>
              <a:off x="-53577075" y="2463275"/>
              <a:ext cx="17325" cy="17350"/>
            </a:xfrm>
            <a:custGeom>
              <a:avLst/>
              <a:gdLst/>
              <a:ahLst/>
              <a:cxnLst/>
              <a:rect l="l" t="t" r="r" b="b"/>
              <a:pathLst>
                <a:path w="693"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892;p88">
              <a:extLst>
                <a:ext uri="{FF2B5EF4-FFF2-40B4-BE49-F238E27FC236}">
                  <a16:creationId xmlns:a16="http://schemas.microsoft.com/office/drawing/2014/main" id="{259E42A0-CCD5-99B4-9878-66DE2711388A}"/>
                </a:ext>
              </a:extLst>
            </p:cNvPr>
            <p:cNvSpPr/>
            <p:nvPr/>
          </p:nvSpPr>
          <p:spPr>
            <a:xfrm>
              <a:off x="-53670800" y="2296300"/>
              <a:ext cx="279625" cy="316650"/>
            </a:xfrm>
            <a:custGeom>
              <a:avLst/>
              <a:gdLst/>
              <a:ahLst/>
              <a:cxnLst/>
              <a:rect l="l" t="t" r="r" b="b"/>
              <a:pathLst>
                <a:path w="11185" h="12666" extrusionOk="0">
                  <a:moveTo>
                    <a:pt x="1481" y="6680"/>
                  </a:moveTo>
                  <a:lnTo>
                    <a:pt x="1481" y="7026"/>
                  </a:lnTo>
                  <a:lnTo>
                    <a:pt x="1481" y="8129"/>
                  </a:lnTo>
                  <a:cubicBezTo>
                    <a:pt x="1450" y="8134"/>
                    <a:pt x="1421" y="8136"/>
                    <a:pt x="1391" y="8136"/>
                  </a:cubicBezTo>
                  <a:cubicBezTo>
                    <a:pt x="1026" y="8136"/>
                    <a:pt x="756" y="7786"/>
                    <a:pt x="756" y="7436"/>
                  </a:cubicBezTo>
                  <a:cubicBezTo>
                    <a:pt x="756" y="7026"/>
                    <a:pt x="1103" y="6680"/>
                    <a:pt x="1481" y="6680"/>
                  </a:cubicBezTo>
                  <a:close/>
                  <a:moveTo>
                    <a:pt x="9672" y="6711"/>
                  </a:moveTo>
                  <a:cubicBezTo>
                    <a:pt x="10082" y="6711"/>
                    <a:pt x="10428" y="7026"/>
                    <a:pt x="10428" y="7467"/>
                  </a:cubicBezTo>
                  <a:cubicBezTo>
                    <a:pt x="10428" y="7814"/>
                    <a:pt x="10113" y="8192"/>
                    <a:pt x="9672" y="8192"/>
                  </a:cubicBezTo>
                  <a:lnTo>
                    <a:pt x="9672" y="7089"/>
                  </a:lnTo>
                  <a:lnTo>
                    <a:pt x="9672" y="6711"/>
                  </a:lnTo>
                  <a:close/>
                  <a:moveTo>
                    <a:pt x="5576" y="3718"/>
                  </a:moveTo>
                  <a:cubicBezTo>
                    <a:pt x="7435" y="3718"/>
                    <a:pt x="8947" y="5231"/>
                    <a:pt x="8947" y="7089"/>
                  </a:cubicBezTo>
                  <a:lnTo>
                    <a:pt x="8947" y="9326"/>
                  </a:lnTo>
                  <a:cubicBezTo>
                    <a:pt x="8947" y="10775"/>
                    <a:pt x="7750" y="11910"/>
                    <a:pt x="6333" y="11910"/>
                  </a:cubicBezTo>
                  <a:lnTo>
                    <a:pt x="4852" y="11910"/>
                  </a:lnTo>
                  <a:cubicBezTo>
                    <a:pt x="3371" y="11910"/>
                    <a:pt x="2237" y="10744"/>
                    <a:pt x="2237" y="9326"/>
                  </a:cubicBezTo>
                  <a:lnTo>
                    <a:pt x="2237" y="7089"/>
                  </a:lnTo>
                  <a:cubicBezTo>
                    <a:pt x="2237" y="5231"/>
                    <a:pt x="3749" y="3718"/>
                    <a:pt x="5576" y="3718"/>
                  </a:cubicBezTo>
                  <a:close/>
                  <a:moveTo>
                    <a:pt x="7089" y="1"/>
                  </a:moveTo>
                  <a:cubicBezTo>
                    <a:pt x="6080" y="1"/>
                    <a:pt x="5230" y="820"/>
                    <a:pt x="5230" y="1828"/>
                  </a:cubicBezTo>
                  <a:lnTo>
                    <a:pt x="5230" y="2994"/>
                  </a:lnTo>
                  <a:cubicBezTo>
                    <a:pt x="3560" y="3151"/>
                    <a:pt x="2142" y="4348"/>
                    <a:pt x="1670" y="5924"/>
                  </a:cubicBezTo>
                  <a:lnTo>
                    <a:pt x="1512" y="5924"/>
                  </a:lnTo>
                  <a:cubicBezTo>
                    <a:pt x="662" y="5924"/>
                    <a:pt x="0" y="6585"/>
                    <a:pt x="0" y="7436"/>
                  </a:cubicBezTo>
                  <a:cubicBezTo>
                    <a:pt x="0" y="8255"/>
                    <a:pt x="662" y="8917"/>
                    <a:pt x="1512" y="8917"/>
                  </a:cubicBezTo>
                  <a:lnTo>
                    <a:pt x="1512" y="9326"/>
                  </a:lnTo>
                  <a:cubicBezTo>
                    <a:pt x="1512" y="11185"/>
                    <a:pt x="2993" y="12666"/>
                    <a:pt x="4852" y="12666"/>
                  </a:cubicBezTo>
                  <a:lnTo>
                    <a:pt x="6333" y="12666"/>
                  </a:lnTo>
                  <a:cubicBezTo>
                    <a:pt x="8191" y="12666"/>
                    <a:pt x="9704" y="11185"/>
                    <a:pt x="9704" y="9326"/>
                  </a:cubicBezTo>
                  <a:lnTo>
                    <a:pt x="9704" y="8917"/>
                  </a:lnTo>
                  <a:cubicBezTo>
                    <a:pt x="10523" y="8917"/>
                    <a:pt x="11184" y="8255"/>
                    <a:pt x="11184" y="7436"/>
                  </a:cubicBezTo>
                  <a:cubicBezTo>
                    <a:pt x="11184" y="6617"/>
                    <a:pt x="10523" y="5924"/>
                    <a:pt x="9672" y="5924"/>
                  </a:cubicBezTo>
                  <a:lnTo>
                    <a:pt x="9515" y="5924"/>
                  </a:lnTo>
                  <a:cubicBezTo>
                    <a:pt x="9042" y="4317"/>
                    <a:pt x="7687" y="3151"/>
                    <a:pt x="5954" y="2994"/>
                  </a:cubicBezTo>
                  <a:lnTo>
                    <a:pt x="5954" y="1828"/>
                  </a:lnTo>
                  <a:cubicBezTo>
                    <a:pt x="5954" y="1198"/>
                    <a:pt x="6459" y="725"/>
                    <a:pt x="7057" y="725"/>
                  </a:cubicBezTo>
                  <a:cubicBezTo>
                    <a:pt x="7687" y="725"/>
                    <a:pt x="8160" y="1230"/>
                    <a:pt x="8160" y="1828"/>
                  </a:cubicBezTo>
                  <a:cubicBezTo>
                    <a:pt x="8160" y="2017"/>
                    <a:pt x="8002" y="2206"/>
                    <a:pt x="7813" y="2206"/>
                  </a:cubicBezTo>
                  <a:cubicBezTo>
                    <a:pt x="7593" y="2206"/>
                    <a:pt x="7435" y="2017"/>
                    <a:pt x="7435" y="1828"/>
                  </a:cubicBezTo>
                  <a:cubicBezTo>
                    <a:pt x="7435" y="1639"/>
                    <a:pt x="7278" y="1482"/>
                    <a:pt x="7089" y="1482"/>
                  </a:cubicBezTo>
                  <a:cubicBezTo>
                    <a:pt x="6900" y="1482"/>
                    <a:pt x="6742" y="1639"/>
                    <a:pt x="6742" y="1828"/>
                  </a:cubicBezTo>
                  <a:cubicBezTo>
                    <a:pt x="6742" y="2458"/>
                    <a:pt x="7246" y="2931"/>
                    <a:pt x="7845" y="2931"/>
                  </a:cubicBezTo>
                  <a:cubicBezTo>
                    <a:pt x="8475" y="2931"/>
                    <a:pt x="8947" y="2427"/>
                    <a:pt x="8947" y="1828"/>
                  </a:cubicBezTo>
                  <a:cubicBezTo>
                    <a:pt x="8947" y="820"/>
                    <a:pt x="8128" y="1"/>
                    <a:pt x="70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10888;p88">
            <a:extLst>
              <a:ext uri="{FF2B5EF4-FFF2-40B4-BE49-F238E27FC236}">
                <a16:creationId xmlns:a16="http://schemas.microsoft.com/office/drawing/2014/main" id="{B0F97DD0-3383-B7B8-DD75-34519630C7F2}"/>
              </a:ext>
            </a:extLst>
          </p:cNvPr>
          <p:cNvGrpSpPr/>
          <p:nvPr/>
        </p:nvGrpSpPr>
        <p:grpSpPr>
          <a:xfrm>
            <a:off x="6379474" y="1465225"/>
            <a:ext cx="317292" cy="359299"/>
            <a:chOff x="-53670800" y="2296300"/>
            <a:chExt cx="279625" cy="316650"/>
          </a:xfrm>
          <a:solidFill>
            <a:schemeClr val="tx1"/>
          </a:solidFill>
        </p:grpSpPr>
        <p:sp>
          <p:nvSpPr>
            <p:cNvPr id="37" name="Google Shape;10889;p88">
              <a:extLst>
                <a:ext uri="{FF2B5EF4-FFF2-40B4-BE49-F238E27FC236}">
                  <a16:creationId xmlns:a16="http://schemas.microsoft.com/office/drawing/2014/main" id="{4F324E5E-FAA2-8694-9D73-FC31E74B80E9}"/>
                </a:ext>
              </a:extLst>
            </p:cNvPr>
            <p:cNvSpPr/>
            <p:nvPr/>
          </p:nvSpPr>
          <p:spPr>
            <a:xfrm>
              <a:off x="-53567625" y="2527275"/>
              <a:ext cx="73250" cy="29750"/>
            </a:xfrm>
            <a:custGeom>
              <a:avLst/>
              <a:gdLst/>
              <a:ahLst/>
              <a:cxnLst/>
              <a:rect l="l" t="t" r="r" b="b"/>
              <a:pathLst>
                <a:path w="2930" h="1190" extrusionOk="0">
                  <a:moveTo>
                    <a:pt x="410" y="1"/>
                  </a:moveTo>
                  <a:cubicBezTo>
                    <a:pt x="315" y="1"/>
                    <a:pt x="221" y="40"/>
                    <a:pt x="158" y="119"/>
                  </a:cubicBezTo>
                  <a:cubicBezTo>
                    <a:pt x="0" y="276"/>
                    <a:pt x="0" y="528"/>
                    <a:pt x="158" y="623"/>
                  </a:cubicBezTo>
                  <a:cubicBezTo>
                    <a:pt x="504" y="1001"/>
                    <a:pt x="977" y="1190"/>
                    <a:pt x="1449" y="1190"/>
                  </a:cubicBezTo>
                  <a:cubicBezTo>
                    <a:pt x="1922" y="1190"/>
                    <a:pt x="2458" y="1001"/>
                    <a:pt x="2773" y="623"/>
                  </a:cubicBezTo>
                  <a:cubicBezTo>
                    <a:pt x="2930" y="465"/>
                    <a:pt x="2930" y="245"/>
                    <a:pt x="2773" y="119"/>
                  </a:cubicBezTo>
                  <a:cubicBezTo>
                    <a:pt x="2710" y="40"/>
                    <a:pt x="2615" y="1"/>
                    <a:pt x="2517" y="1"/>
                  </a:cubicBezTo>
                  <a:cubicBezTo>
                    <a:pt x="2418" y="1"/>
                    <a:pt x="2316" y="40"/>
                    <a:pt x="2237" y="119"/>
                  </a:cubicBezTo>
                  <a:cubicBezTo>
                    <a:pt x="2048" y="308"/>
                    <a:pt x="1733" y="434"/>
                    <a:pt x="1449" y="434"/>
                  </a:cubicBezTo>
                  <a:cubicBezTo>
                    <a:pt x="1134" y="434"/>
                    <a:pt x="882" y="308"/>
                    <a:pt x="662" y="119"/>
                  </a:cubicBezTo>
                  <a:cubicBezTo>
                    <a:pt x="599" y="40"/>
                    <a:pt x="504" y="1"/>
                    <a:pt x="4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890;p88">
              <a:extLst>
                <a:ext uri="{FF2B5EF4-FFF2-40B4-BE49-F238E27FC236}">
                  <a16:creationId xmlns:a16="http://schemas.microsoft.com/office/drawing/2014/main" id="{FE7DDB30-284C-5734-A517-63C12D05DFB0}"/>
                </a:ext>
              </a:extLst>
            </p:cNvPr>
            <p:cNvSpPr/>
            <p:nvPr/>
          </p:nvSpPr>
          <p:spPr>
            <a:xfrm>
              <a:off x="-53502250" y="2463275"/>
              <a:ext cx="17325" cy="17350"/>
            </a:xfrm>
            <a:custGeom>
              <a:avLst/>
              <a:gdLst/>
              <a:ahLst/>
              <a:cxnLst/>
              <a:rect l="l" t="t" r="r" b="b"/>
              <a:pathLst>
                <a:path w="693"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91;p88">
              <a:extLst>
                <a:ext uri="{FF2B5EF4-FFF2-40B4-BE49-F238E27FC236}">
                  <a16:creationId xmlns:a16="http://schemas.microsoft.com/office/drawing/2014/main" id="{88FE6236-021A-E164-5FBA-305AB6E9963A}"/>
                </a:ext>
              </a:extLst>
            </p:cNvPr>
            <p:cNvSpPr/>
            <p:nvPr/>
          </p:nvSpPr>
          <p:spPr>
            <a:xfrm>
              <a:off x="-53577075" y="2463275"/>
              <a:ext cx="17325" cy="17350"/>
            </a:xfrm>
            <a:custGeom>
              <a:avLst/>
              <a:gdLst/>
              <a:ahLst/>
              <a:cxnLst/>
              <a:rect l="l" t="t" r="r" b="b"/>
              <a:pathLst>
                <a:path w="693"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892;p88">
              <a:extLst>
                <a:ext uri="{FF2B5EF4-FFF2-40B4-BE49-F238E27FC236}">
                  <a16:creationId xmlns:a16="http://schemas.microsoft.com/office/drawing/2014/main" id="{949FFE4C-BA0B-38F6-FC1D-2C23FE81B12F}"/>
                </a:ext>
              </a:extLst>
            </p:cNvPr>
            <p:cNvSpPr/>
            <p:nvPr/>
          </p:nvSpPr>
          <p:spPr>
            <a:xfrm>
              <a:off x="-53670800" y="2296300"/>
              <a:ext cx="279625" cy="316650"/>
            </a:xfrm>
            <a:custGeom>
              <a:avLst/>
              <a:gdLst/>
              <a:ahLst/>
              <a:cxnLst/>
              <a:rect l="l" t="t" r="r" b="b"/>
              <a:pathLst>
                <a:path w="11185" h="12666" extrusionOk="0">
                  <a:moveTo>
                    <a:pt x="1481" y="6680"/>
                  </a:moveTo>
                  <a:lnTo>
                    <a:pt x="1481" y="7026"/>
                  </a:lnTo>
                  <a:lnTo>
                    <a:pt x="1481" y="8129"/>
                  </a:lnTo>
                  <a:cubicBezTo>
                    <a:pt x="1450" y="8134"/>
                    <a:pt x="1421" y="8136"/>
                    <a:pt x="1391" y="8136"/>
                  </a:cubicBezTo>
                  <a:cubicBezTo>
                    <a:pt x="1026" y="8136"/>
                    <a:pt x="756" y="7786"/>
                    <a:pt x="756" y="7436"/>
                  </a:cubicBezTo>
                  <a:cubicBezTo>
                    <a:pt x="756" y="7026"/>
                    <a:pt x="1103" y="6680"/>
                    <a:pt x="1481" y="6680"/>
                  </a:cubicBezTo>
                  <a:close/>
                  <a:moveTo>
                    <a:pt x="9672" y="6711"/>
                  </a:moveTo>
                  <a:cubicBezTo>
                    <a:pt x="10082" y="6711"/>
                    <a:pt x="10428" y="7026"/>
                    <a:pt x="10428" y="7467"/>
                  </a:cubicBezTo>
                  <a:cubicBezTo>
                    <a:pt x="10428" y="7814"/>
                    <a:pt x="10113" y="8192"/>
                    <a:pt x="9672" y="8192"/>
                  </a:cubicBezTo>
                  <a:lnTo>
                    <a:pt x="9672" y="7089"/>
                  </a:lnTo>
                  <a:lnTo>
                    <a:pt x="9672" y="6711"/>
                  </a:lnTo>
                  <a:close/>
                  <a:moveTo>
                    <a:pt x="5576" y="3718"/>
                  </a:moveTo>
                  <a:cubicBezTo>
                    <a:pt x="7435" y="3718"/>
                    <a:pt x="8947" y="5231"/>
                    <a:pt x="8947" y="7089"/>
                  </a:cubicBezTo>
                  <a:lnTo>
                    <a:pt x="8947" y="9326"/>
                  </a:lnTo>
                  <a:cubicBezTo>
                    <a:pt x="8947" y="10775"/>
                    <a:pt x="7750" y="11910"/>
                    <a:pt x="6333" y="11910"/>
                  </a:cubicBezTo>
                  <a:lnTo>
                    <a:pt x="4852" y="11910"/>
                  </a:lnTo>
                  <a:cubicBezTo>
                    <a:pt x="3371" y="11910"/>
                    <a:pt x="2237" y="10744"/>
                    <a:pt x="2237" y="9326"/>
                  </a:cubicBezTo>
                  <a:lnTo>
                    <a:pt x="2237" y="7089"/>
                  </a:lnTo>
                  <a:cubicBezTo>
                    <a:pt x="2237" y="5231"/>
                    <a:pt x="3749" y="3718"/>
                    <a:pt x="5576" y="3718"/>
                  </a:cubicBezTo>
                  <a:close/>
                  <a:moveTo>
                    <a:pt x="7089" y="1"/>
                  </a:moveTo>
                  <a:cubicBezTo>
                    <a:pt x="6080" y="1"/>
                    <a:pt x="5230" y="820"/>
                    <a:pt x="5230" y="1828"/>
                  </a:cubicBezTo>
                  <a:lnTo>
                    <a:pt x="5230" y="2994"/>
                  </a:lnTo>
                  <a:cubicBezTo>
                    <a:pt x="3560" y="3151"/>
                    <a:pt x="2142" y="4348"/>
                    <a:pt x="1670" y="5924"/>
                  </a:cubicBezTo>
                  <a:lnTo>
                    <a:pt x="1512" y="5924"/>
                  </a:lnTo>
                  <a:cubicBezTo>
                    <a:pt x="662" y="5924"/>
                    <a:pt x="0" y="6585"/>
                    <a:pt x="0" y="7436"/>
                  </a:cubicBezTo>
                  <a:cubicBezTo>
                    <a:pt x="0" y="8255"/>
                    <a:pt x="662" y="8917"/>
                    <a:pt x="1512" y="8917"/>
                  </a:cubicBezTo>
                  <a:lnTo>
                    <a:pt x="1512" y="9326"/>
                  </a:lnTo>
                  <a:cubicBezTo>
                    <a:pt x="1512" y="11185"/>
                    <a:pt x="2993" y="12666"/>
                    <a:pt x="4852" y="12666"/>
                  </a:cubicBezTo>
                  <a:lnTo>
                    <a:pt x="6333" y="12666"/>
                  </a:lnTo>
                  <a:cubicBezTo>
                    <a:pt x="8191" y="12666"/>
                    <a:pt x="9704" y="11185"/>
                    <a:pt x="9704" y="9326"/>
                  </a:cubicBezTo>
                  <a:lnTo>
                    <a:pt x="9704" y="8917"/>
                  </a:lnTo>
                  <a:cubicBezTo>
                    <a:pt x="10523" y="8917"/>
                    <a:pt x="11184" y="8255"/>
                    <a:pt x="11184" y="7436"/>
                  </a:cubicBezTo>
                  <a:cubicBezTo>
                    <a:pt x="11184" y="6617"/>
                    <a:pt x="10523" y="5924"/>
                    <a:pt x="9672" y="5924"/>
                  </a:cubicBezTo>
                  <a:lnTo>
                    <a:pt x="9515" y="5924"/>
                  </a:lnTo>
                  <a:cubicBezTo>
                    <a:pt x="9042" y="4317"/>
                    <a:pt x="7687" y="3151"/>
                    <a:pt x="5954" y="2994"/>
                  </a:cubicBezTo>
                  <a:lnTo>
                    <a:pt x="5954" y="1828"/>
                  </a:lnTo>
                  <a:cubicBezTo>
                    <a:pt x="5954" y="1198"/>
                    <a:pt x="6459" y="725"/>
                    <a:pt x="7057" y="725"/>
                  </a:cubicBezTo>
                  <a:cubicBezTo>
                    <a:pt x="7687" y="725"/>
                    <a:pt x="8160" y="1230"/>
                    <a:pt x="8160" y="1828"/>
                  </a:cubicBezTo>
                  <a:cubicBezTo>
                    <a:pt x="8160" y="2017"/>
                    <a:pt x="8002" y="2206"/>
                    <a:pt x="7813" y="2206"/>
                  </a:cubicBezTo>
                  <a:cubicBezTo>
                    <a:pt x="7593" y="2206"/>
                    <a:pt x="7435" y="2017"/>
                    <a:pt x="7435" y="1828"/>
                  </a:cubicBezTo>
                  <a:cubicBezTo>
                    <a:pt x="7435" y="1639"/>
                    <a:pt x="7278" y="1482"/>
                    <a:pt x="7089" y="1482"/>
                  </a:cubicBezTo>
                  <a:cubicBezTo>
                    <a:pt x="6900" y="1482"/>
                    <a:pt x="6742" y="1639"/>
                    <a:pt x="6742" y="1828"/>
                  </a:cubicBezTo>
                  <a:cubicBezTo>
                    <a:pt x="6742" y="2458"/>
                    <a:pt x="7246" y="2931"/>
                    <a:pt x="7845" y="2931"/>
                  </a:cubicBezTo>
                  <a:cubicBezTo>
                    <a:pt x="8475" y="2931"/>
                    <a:pt x="8947" y="2427"/>
                    <a:pt x="8947" y="1828"/>
                  </a:cubicBezTo>
                  <a:cubicBezTo>
                    <a:pt x="8947" y="820"/>
                    <a:pt x="8128" y="1"/>
                    <a:pt x="70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564" name="Google Shape;1564;p64"/>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Segmentation (1/2)</a:t>
            </a:r>
            <a:endParaRPr/>
          </a:p>
        </p:txBody>
      </p:sp>
      <p:sp>
        <p:nvSpPr>
          <p:cNvPr id="1565" name="Google Shape;1565;p64"/>
          <p:cNvSpPr txBox="1"/>
          <p:nvPr/>
        </p:nvSpPr>
        <p:spPr>
          <a:xfrm>
            <a:off x="722375" y="1599175"/>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Venus has a beautiful name</a:t>
            </a:r>
            <a:endParaRPr sz="1200">
              <a:solidFill>
                <a:schemeClr val="dk1"/>
              </a:solidFill>
              <a:latin typeface="Maven Pro"/>
              <a:ea typeface="Maven Pro"/>
              <a:cs typeface="Maven Pro"/>
              <a:sym typeface="Maven Pro"/>
            </a:endParaRPr>
          </a:p>
        </p:txBody>
      </p:sp>
      <p:sp>
        <p:nvSpPr>
          <p:cNvPr id="1566" name="Google Shape;1566;p64"/>
          <p:cNvSpPr txBox="1"/>
          <p:nvPr/>
        </p:nvSpPr>
        <p:spPr>
          <a:xfrm>
            <a:off x="722375" y="1298700"/>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endParaRPr sz="1600" b="1">
              <a:solidFill>
                <a:schemeClr val="lt1"/>
              </a:solidFill>
              <a:latin typeface="Montserrat"/>
              <a:ea typeface="Montserrat"/>
              <a:cs typeface="Montserrat"/>
              <a:sym typeface="Montserrat"/>
            </a:endParaRPr>
          </a:p>
        </p:txBody>
      </p:sp>
      <p:sp>
        <p:nvSpPr>
          <p:cNvPr id="1567" name="Google Shape;1567;p64"/>
          <p:cNvSpPr txBox="1"/>
          <p:nvPr/>
        </p:nvSpPr>
        <p:spPr>
          <a:xfrm>
            <a:off x="722375" y="2460568"/>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Pluto is considered a dwarf planet</a:t>
            </a:r>
            <a:endParaRPr sz="1200">
              <a:solidFill>
                <a:schemeClr val="dk1"/>
              </a:solidFill>
              <a:latin typeface="Maven Pro"/>
              <a:ea typeface="Maven Pro"/>
              <a:cs typeface="Maven Pro"/>
              <a:sym typeface="Maven Pro"/>
            </a:endParaRPr>
          </a:p>
        </p:txBody>
      </p:sp>
      <p:sp>
        <p:nvSpPr>
          <p:cNvPr id="1568" name="Google Shape;1568;p64"/>
          <p:cNvSpPr txBox="1"/>
          <p:nvPr/>
        </p:nvSpPr>
        <p:spPr>
          <a:xfrm>
            <a:off x="722375" y="2160093"/>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Director’s report</a:t>
            </a:r>
            <a:endParaRPr sz="1600" b="1">
              <a:solidFill>
                <a:schemeClr val="lt1"/>
              </a:solidFill>
              <a:latin typeface="Montserrat"/>
              <a:ea typeface="Montserrat"/>
              <a:cs typeface="Montserrat"/>
              <a:sym typeface="Montserrat"/>
            </a:endParaRPr>
          </a:p>
        </p:txBody>
      </p:sp>
      <p:sp>
        <p:nvSpPr>
          <p:cNvPr id="1569" name="Google Shape;1569;p64"/>
          <p:cNvSpPr txBox="1"/>
          <p:nvPr/>
        </p:nvSpPr>
        <p:spPr>
          <a:xfrm>
            <a:off x="3800325" y="2366172"/>
            <a:ext cx="1543500" cy="86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Financial reporting</a:t>
            </a:r>
            <a:endParaRPr sz="2000" b="1">
              <a:solidFill>
                <a:schemeClr val="lt1"/>
              </a:solidFill>
              <a:latin typeface="Montserrat"/>
              <a:ea typeface="Montserrat"/>
              <a:cs typeface="Montserrat"/>
              <a:sym typeface="Montserrat"/>
            </a:endParaRPr>
          </a:p>
        </p:txBody>
      </p:sp>
      <p:sp>
        <p:nvSpPr>
          <p:cNvPr id="1570" name="Google Shape;1570;p64"/>
          <p:cNvSpPr txBox="1"/>
          <p:nvPr/>
        </p:nvSpPr>
        <p:spPr>
          <a:xfrm>
            <a:off x="722375" y="3321971"/>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Earth is the planet where we live</a:t>
            </a:r>
            <a:endParaRPr sz="1200">
              <a:solidFill>
                <a:schemeClr val="dk1"/>
              </a:solidFill>
              <a:latin typeface="Maven Pro"/>
              <a:ea typeface="Maven Pro"/>
              <a:cs typeface="Maven Pro"/>
              <a:sym typeface="Maven Pro"/>
            </a:endParaRPr>
          </a:p>
        </p:txBody>
      </p:sp>
      <p:sp>
        <p:nvSpPr>
          <p:cNvPr id="1571" name="Google Shape;1571;p64"/>
          <p:cNvSpPr txBox="1"/>
          <p:nvPr/>
        </p:nvSpPr>
        <p:spPr>
          <a:xfrm>
            <a:off x="722375" y="3021497"/>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Management discussion</a:t>
            </a:r>
            <a:endParaRPr sz="1600" b="1">
              <a:solidFill>
                <a:schemeClr val="lt1"/>
              </a:solidFill>
              <a:latin typeface="Montserrat"/>
              <a:ea typeface="Montserrat"/>
              <a:cs typeface="Montserrat"/>
              <a:sym typeface="Montserrat"/>
            </a:endParaRPr>
          </a:p>
        </p:txBody>
      </p:sp>
      <p:sp>
        <p:nvSpPr>
          <p:cNvPr id="1572" name="Google Shape;1572;p64"/>
          <p:cNvSpPr txBox="1"/>
          <p:nvPr/>
        </p:nvSpPr>
        <p:spPr>
          <a:xfrm>
            <a:off x="722375" y="4183375"/>
            <a:ext cx="2796900" cy="40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Maven Pro"/>
                <a:ea typeface="Maven Pro"/>
                <a:cs typeface="Maven Pro"/>
                <a:sym typeface="Maven Pro"/>
              </a:rPr>
              <a:t>Neptune is an ice giant</a:t>
            </a:r>
            <a:endParaRPr sz="1200">
              <a:solidFill>
                <a:schemeClr val="dk1"/>
              </a:solidFill>
              <a:latin typeface="Maven Pro"/>
              <a:ea typeface="Maven Pro"/>
              <a:cs typeface="Maven Pro"/>
              <a:sym typeface="Maven Pro"/>
            </a:endParaRPr>
          </a:p>
        </p:txBody>
      </p:sp>
      <p:sp>
        <p:nvSpPr>
          <p:cNvPr id="1573" name="Google Shape;1573;p64"/>
          <p:cNvSpPr txBox="1"/>
          <p:nvPr/>
        </p:nvSpPr>
        <p:spPr>
          <a:xfrm>
            <a:off x="722375" y="3882901"/>
            <a:ext cx="2796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b="1">
                <a:solidFill>
                  <a:schemeClr val="lt1"/>
                </a:solidFill>
                <a:latin typeface="Montserrat"/>
                <a:ea typeface="Montserrat"/>
                <a:cs typeface="Montserrat"/>
                <a:sym typeface="Montserrat"/>
              </a:rPr>
              <a:t>Capital structure</a:t>
            </a:r>
            <a:endParaRPr sz="1600" b="1">
              <a:solidFill>
                <a:schemeClr val="lt1"/>
              </a:solidFill>
              <a:latin typeface="Montserrat"/>
              <a:ea typeface="Montserrat"/>
              <a:cs typeface="Montserrat"/>
              <a:sym typeface="Montserrat"/>
            </a:endParaRPr>
          </a:p>
        </p:txBody>
      </p:sp>
      <p:sp>
        <p:nvSpPr>
          <p:cNvPr id="1574" name="Google Shape;1574;p64"/>
          <p:cNvSpPr txBox="1"/>
          <p:nvPr/>
        </p:nvSpPr>
        <p:spPr>
          <a:xfrm>
            <a:off x="5624725" y="1599175"/>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Mars is made of basalt</a:t>
            </a:r>
            <a:endParaRPr sz="1200">
              <a:solidFill>
                <a:schemeClr val="dk1"/>
              </a:solidFill>
              <a:latin typeface="Maven Pro"/>
              <a:ea typeface="Maven Pro"/>
              <a:cs typeface="Maven Pro"/>
              <a:sym typeface="Maven Pro"/>
            </a:endParaRPr>
          </a:p>
        </p:txBody>
      </p:sp>
      <p:sp>
        <p:nvSpPr>
          <p:cNvPr id="1575" name="Google Shape;1575;p64"/>
          <p:cNvSpPr txBox="1"/>
          <p:nvPr/>
        </p:nvSpPr>
        <p:spPr>
          <a:xfrm>
            <a:off x="5624725" y="1298700"/>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Earnings calls</a:t>
            </a:r>
            <a:endParaRPr sz="1600" b="1">
              <a:solidFill>
                <a:schemeClr val="lt1"/>
              </a:solidFill>
              <a:latin typeface="Montserrat"/>
              <a:ea typeface="Montserrat"/>
              <a:cs typeface="Montserrat"/>
              <a:sym typeface="Montserrat"/>
            </a:endParaRPr>
          </a:p>
        </p:txBody>
      </p:sp>
      <p:sp>
        <p:nvSpPr>
          <p:cNvPr id="1576" name="Google Shape;1576;p64"/>
          <p:cNvSpPr txBox="1"/>
          <p:nvPr/>
        </p:nvSpPr>
        <p:spPr>
          <a:xfrm>
            <a:off x="5624725" y="2460568"/>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Saturn has rings</a:t>
            </a:r>
            <a:endParaRPr sz="1200">
              <a:solidFill>
                <a:schemeClr val="dk1"/>
              </a:solidFill>
              <a:latin typeface="Maven Pro"/>
              <a:ea typeface="Maven Pro"/>
              <a:cs typeface="Maven Pro"/>
              <a:sym typeface="Maven Pro"/>
            </a:endParaRPr>
          </a:p>
        </p:txBody>
      </p:sp>
      <p:sp>
        <p:nvSpPr>
          <p:cNvPr id="1577" name="Google Shape;1577;p64"/>
          <p:cNvSpPr txBox="1"/>
          <p:nvPr/>
        </p:nvSpPr>
        <p:spPr>
          <a:xfrm>
            <a:off x="5624725" y="2160093"/>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Corporate report</a:t>
            </a:r>
            <a:endParaRPr sz="1600" b="1">
              <a:solidFill>
                <a:schemeClr val="lt1"/>
              </a:solidFill>
              <a:latin typeface="Montserrat"/>
              <a:ea typeface="Montserrat"/>
              <a:cs typeface="Montserrat"/>
              <a:sym typeface="Montserrat"/>
            </a:endParaRPr>
          </a:p>
        </p:txBody>
      </p:sp>
      <p:sp>
        <p:nvSpPr>
          <p:cNvPr id="1578" name="Google Shape;1578;p64"/>
          <p:cNvSpPr txBox="1"/>
          <p:nvPr/>
        </p:nvSpPr>
        <p:spPr>
          <a:xfrm>
            <a:off x="5624725" y="3321971"/>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Jupiter is a gas giant</a:t>
            </a:r>
            <a:endParaRPr sz="1200">
              <a:solidFill>
                <a:schemeClr val="dk1"/>
              </a:solidFill>
              <a:latin typeface="Maven Pro"/>
              <a:ea typeface="Maven Pro"/>
              <a:cs typeface="Maven Pro"/>
              <a:sym typeface="Maven Pro"/>
            </a:endParaRPr>
          </a:p>
        </p:txBody>
      </p:sp>
      <p:sp>
        <p:nvSpPr>
          <p:cNvPr id="1579" name="Google Shape;1579;p64"/>
          <p:cNvSpPr txBox="1"/>
          <p:nvPr/>
        </p:nvSpPr>
        <p:spPr>
          <a:xfrm>
            <a:off x="5624725" y="3021497"/>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Prospectus</a:t>
            </a:r>
            <a:endParaRPr sz="1600" b="1">
              <a:solidFill>
                <a:schemeClr val="lt1"/>
              </a:solidFill>
              <a:latin typeface="Montserrat"/>
              <a:ea typeface="Montserrat"/>
              <a:cs typeface="Montserrat"/>
              <a:sym typeface="Montserrat"/>
            </a:endParaRPr>
          </a:p>
        </p:txBody>
      </p:sp>
      <p:sp>
        <p:nvSpPr>
          <p:cNvPr id="1580" name="Google Shape;1580;p64"/>
          <p:cNvSpPr txBox="1"/>
          <p:nvPr/>
        </p:nvSpPr>
        <p:spPr>
          <a:xfrm>
            <a:off x="5624725" y="4183375"/>
            <a:ext cx="2796900" cy="4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Maven Pro"/>
                <a:ea typeface="Maven Pro"/>
                <a:cs typeface="Maven Pro"/>
                <a:sym typeface="Maven Pro"/>
              </a:rPr>
              <a:t>Mercury is very small</a:t>
            </a:r>
            <a:endParaRPr sz="1200">
              <a:solidFill>
                <a:schemeClr val="dk1"/>
              </a:solidFill>
              <a:latin typeface="Maven Pro"/>
              <a:ea typeface="Maven Pro"/>
              <a:cs typeface="Maven Pro"/>
              <a:sym typeface="Maven Pro"/>
            </a:endParaRPr>
          </a:p>
        </p:txBody>
      </p:sp>
      <p:sp>
        <p:nvSpPr>
          <p:cNvPr id="1581" name="Google Shape;1581;p64"/>
          <p:cNvSpPr txBox="1"/>
          <p:nvPr/>
        </p:nvSpPr>
        <p:spPr>
          <a:xfrm>
            <a:off x="5624725" y="3882901"/>
            <a:ext cx="2796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lt1"/>
                </a:solidFill>
                <a:latin typeface="Montserrat"/>
                <a:ea typeface="Montserrat"/>
                <a:cs typeface="Montserrat"/>
                <a:sym typeface="Montserrat"/>
              </a:rPr>
              <a:t>Auditors Report</a:t>
            </a:r>
            <a:endParaRPr sz="1600" b="1">
              <a:solidFill>
                <a:schemeClr val="lt1"/>
              </a:solidFill>
              <a:latin typeface="Montserrat"/>
              <a:ea typeface="Montserrat"/>
              <a:cs typeface="Montserrat"/>
              <a:sym typeface="Montserrat"/>
            </a:endParaRPr>
          </a:p>
        </p:txBody>
      </p:sp>
      <p:cxnSp>
        <p:nvCxnSpPr>
          <p:cNvPr id="1582" name="Google Shape;1582;p64"/>
          <p:cNvCxnSpPr>
            <a:stCxn id="1566" idx="3"/>
            <a:endCxn id="1569" idx="1"/>
          </p:cNvCxnSpPr>
          <p:nvPr/>
        </p:nvCxnSpPr>
        <p:spPr>
          <a:xfrm>
            <a:off x="3519275" y="1500150"/>
            <a:ext cx="281100" cy="12996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3" name="Google Shape;1583;p64"/>
          <p:cNvCxnSpPr>
            <a:stCxn id="1571" idx="3"/>
            <a:endCxn id="1569" idx="1"/>
          </p:cNvCxnSpPr>
          <p:nvPr/>
        </p:nvCxnSpPr>
        <p:spPr>
          <a:xfrm rot="10800000" flipH="1">
            <a:off x="3519275" y="2799647"/>
            <a:ext cx="281100" cy="4233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4" name="Google Shape;1584;p64"/>
          <p:cNvCxnSpPr>
            <a:stCxn id="1568" idx="3"/>
            <a:endCxn id="1569" idx="1"/>
          </p:cNvCxnSpPr>
          <p:nvPr/>
        </p:nvCxnSpPr>
        <p:spPr>
          <a:xfrm>
            <a:off x="3519275" y="2361543"/>
            <a:ext cx="281100" cy="4380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5" name="Google Shape;1585;p64"/>
          <p:cNvCxnSpPr>
            <a:stCxn id="1573" idx="3"/>
            <a:endCxn id="1569" idx="1"/>
          </p:cNvCxnSpPr>
          <p:nvPr/>
        </p:nvCxnSpPr>
        <p:spPr>
          <a:xfrm rot="10800000" flipH="1">
            <a:off x="3519275" y="2799751"/>
            <a:ext cx="281100" cy="1284600"/>
          </a:xfrm>
          <a:prstGeom prst="bentConnector3">
            <a:avLst>
              <a:gd name="adj1" fmla="val 49991"/>
            </a:avLst>
          </a:prstGeom>
          <a:noFill/>
          <a:ln w="9525" cap="flat" cmpd="sng">
            <a:solidFill>
              <a:schemeClr val="lt2"/>
            </a:solidFill>
            <a:prstDash val="solid"/>
            <a:round/>
            <a:headEnd type="none" w="med" len="med"/>
            <a:tailEnd type="none" w="med" len="med"/>
          </a:ln>
        </p:spPr>
      </p:cxnSp>
      <p:cxnSp>
        <p:nvCxnSpPr>
          <p:cNvPr id="1586" name="Google Shape;1586;p64"/>
          <p:cNvCxnSpPr>
            <a:stCxn id="1575" idx="1"/>
            <a:endCxn id="1569" idx="3"/>
          </p:cNvCxnSpPr>
          <p:nvPr/>
        </p:nvCxnSpPr>
        <p:spPr>
          <a:xfrm flipH="1">
            <a:off x="5343925" y="1500150"/>
            <a:ext cx="280800" cy="1299600"/>
          </a:xfrm>
          <a:prstGeom prst="bentConnector3">
            <a:avLst>
              <a:gd name="adj1" fmla="val 50018"/>
            </a:avLst>
          </a:prstGeom>
          <a:noFill/>
          <a:ln w="9525" cap="flat" cmpd="sng">
            <a:solidFill>
              <a:schemeClr val="lt2"/>
            </a:solidFill>
            <a:prstDash val="solid"/>
            <a:round/>
            <a:headEnd type="none" w="med" len="med"/>
            <a:tailEnd type="none" w="med" len="med"/>
          </a:ln>
        </p:spPr>
      </p:cxnSp>
      <p:cxnSp>
        <p:nvCxnSpPr>
          <p:cNvPr id="1587" name="Google Shape;1587;p64"/>
          <p:cNvCxnSpPr>
            <a:stCxn id="1577" idx="1"/>
            <a:endCxn id="1569" idx="3"/>
          </p:cNvCxnSpPr>
          <p:nvPr/>
        </p:nvCxnSpPr>
        <p:spPr>
          <a:xfrm flipH="1">
            <a:off x="5343925" y="2361543"/>
            <a:ext cx="280800" cy="438000"/>
          </a:xfrm>
          <a:prstGeom prst="bentConnector3">
            <a:avLst>
              <a:gd name="adj1" fmla="val 50018"/>
            </a:avLst>
          </a:prstGeom>
          <a:noFill/>
          <a:ln w="9525" cap="flat" cmpd="sng">
            <a:solidFill>
              <a:schemeClr val="lt2"/>
            </a:solidFill>
            <a:prstDash val="solid"/>
            <a:round/>
            <a:headEnd type="none" w="med" len="med"/>
            <a:tailEnd type="none" w="med" len="med"/>
          </a:ln>
        </p:spPr>
      </p:cxnSp>
      <p:cxnSp>
        <p:nvCxnSpPr>
          <p:cNvPr id="1588" name="Google Shape;1588;p64"/>
          <p:cNvCxnSpPr>
            <a:stCxn id="1579" idx="1"/>
            <a:endCxn id="1569" idx="3"/>
          </p:cNvCxnSpPr>
          <p:nvPr/>
        </p:nvCxnSpPr>
        <p:spPr>
          <a:xfrm rot="10800000">
            <a:off x="5343925" y="2799647"/>
            <a:ext cx="280800" cy="423300"/>
          </a:xfrm>
          <a:prstGeom prst="bentConnector3">
            <a:avLst>
              <a:gd name="adj1" fmla="val 50018"/>
            </a:avLst>
          </a:prstGeom>
          <a:noFill/>
          <a:ln w="9525" cap="flat" cmpd="sng">
            <a:solidFill>
              <a:schemeClr val="lt2"/>
            </a:solidFill>
            <a:prstDash val="solid"/>
            <a:round/>
            <a:headEnd type="none" w="med" len="med"/>
            <a:tailEnd type="none" w="med" len="med"/>
          </a:ln>
        </p:spPr>
      </p:cxnSp>
      <p:cxnSp>
        <p:nvCxnSpPr>
          <p:cNvPr id="1589" name="Google Shape;1589;p64"/>
          <p:cNvCxnSpPr>
            <a:stCxn id="1581" idx="1"/>
            <a:endCxn id="1569" idx="3"/>
          </p:cNvCxnSpPr>
          <p:nvPr/>
        </p:nvCxnSpPr>
        <p:spPr>
          <a:xfrm rot="10800000">
            <a:off x="5343925" y="2799751"/>
            <a:ext cx="280800" cy="1284600"/>
          </a:xfrm>
          <a:prstGeom prst="bentConnector3">
            <a:avLst>
              <a:gd name="adj1" fmla="val 50018"/>
            </a:avLst>
          </a:prstGeom>
          <a:noFill/>
          <a:ln w="9525" cap="flat" cmpd="sng">
            <a:solidFill>
              <a:schemeClr val="lt2"/>
            </a:solidFill>
            <a:prstDash val="solid"/>
            <a:round/>
            <a:headEnd type="none" w="med" len="med"/>
            <a:tailEnd type="none" w="med" len="med"/>
          </a:ln>
        </p:spPr>
      </p:cxnSp>
      <p:pic>
        <p:nvPicPr>
          <p:cNvPr id="3" name="Picture 2" descr="A table with numbers and a number of objects&#10;&#10;AI-generated content may be incorrect.">
            <a:extLst>
              <a:ext uri="{FF2B5EF4-FFF2-40B4-BE49-F238E27FC236}">
                <a16:creationId xmlns:a16="http://schemas.microsoft.com/office/drawing/2014/main" id="{196A6F00-E186-89DE-2811-01D431DAD033}"/>
              </a:ext>
            </a:extLst>
          </p:cNvPr>
          <p:cNvPicPr>
            <a:picLocks noChangeAspect="1"/>
          </p:cNvPicPr>
          <p:nvPr/>
        </p:nvPicPr>
        <p:blipFill>
          <a:blip r:embed="rId3"/>
          <a:stretch>
            <a:fillRect/>
          </a:stretch>
        </p:blipFill>
        <p:spPr>
          <a:xfrm>
            <a:off x="814971" y="1134803"/>
            <a:ext cx="6731721" cy="37529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89">
          <a:extLst>
            <a:ext uri="{FF2B5EF4-FFF2-40B4-BE49-F238E27FC236}">
              <a16:creationId xmlns:a16="http://schemas.microsoft.com/office/drawing/2014/main" id="{01EECBD2-7AF1-2B67-4BE2-05EE4305B831}"/>
            </a:ext>
          </a:extLst>
        </p:cNvPr>
        <p:cNvGrpSpPr/>
        <p:nvPr/>
      </p:nvGrpSpPr>
      <p:grpSpPr>
        <a:xfrm>
          <a:off x="0" y="0"/>
          <a:ext cx="0" cy="0"/>
          <a:chOff x="0" y="0"/>
          <a:chExt cx="0" cy="0"/>
        </a:xfrm>
      </p:grpSpPr>
      <p:sp>
        <p:nvSpPr>
          <p:cNvPr id="1690" name="Google Shape;1690;p71">
            <a:extLst>
              <a:ext uri="{FF2B5EF4-FFF2-40B4-BE49-F238E27FC236}">
                <a16:creationId xmlns:a16="http://schemas.microsoft.com/office/drawing/2014/main" id="{6B156783-C65B-2778-DE34-16C58894A188}"/>
              </a:ext>
            </a:extLst>
          </p:cNvPr>
          <p:cNvSpPr/>
          <p:nvPr/>
        </p:nvSpPr>
        <p:spPr>
          <a:xfrm>
            <a:off x="2605275" y="2603582"/>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94" name="Google Shape;1694;p71">
            <a:extLst>
              <a:ext uri="{FF2B5EF4-FFF2-40B4-BE49-F238E27FC236}">
                <a16:creationId xmlns:a16="http://schemas.microsoft.com/office/drawing/2014/main" id="{B4DEB4D8-4AE1-2E43-BFCE-31EE803734CB}"/>
              </a:ext>
            </a:extLst>
          </p:cNvPr>
          <p:cNvSpPr txBox="1">
            <a:spLocks noGrp="1"/>
          </p:cNvSpPr>
          <p:nvPr>
            <p:ph type="ctrTitle"/>
          </p:nvPr>
        </p:nvSpPr>
        <p:spPr>
          <a:xfrm>
            <a:off x="2685375" y="552694"/>
            <a:ext cx="3773100" cy="90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1695" name="Google Shape;1695;p71">
            <a:extLst>
              <a:ext uri="{FF2B5EF4-FFF2-40B4-BE49-F238E27FC236}">
                <a16:creationId xmlns:a16="http://schemas.microsoft.com/office/drawing/2014/main" id="{1EBA58F6-726F-61CD-AF23-4B579D3C99FB}"/>
              </a:ext>
            </a:extLst>
          </p:cNvPr>
          <p:cNvSpPr txBox="1">
            <a:spLocks noGrp="1"/>
          </p:cNvSpPr>
          <p:nvPr>
            <p:ph type="subTitle" idx="1"/>
          </p:nvPr>
        </p:nvSpPr>
        <p:spPr>
          <a:xfrm>
            <a:off x="2685375" y="1369144"/>
            <a:ext cx="3773100" cy="107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b="1"/>
              <a:t>Do you have any questions?</a:t>
            </a:r>
            <a:endParaRPr b="1"/>
          </a:p>
          <a:p>
            <a:pPr marL="0" lvl="0" indent="0" algn="ctr" rtl="0">
              <a:spcBef>
                <a:spcPts val="0"/>
              </a:spcBef>
              <a:spcAft>
                <a:spcPts val="0"/>
              </a:spcAft>
              <a:buClr>
                <a:schemeClr val="lt1"/>
              </a:buClr>
              <a:buSzPts val="1100"/>
              <a:buFont typeface="Arial"/>
              <a:buNone/>
            </a:pPr>
            <a:r>
              <a:rPr lang="en"/>
              <a:t>youremail@freepik.com </a:t>
            </a:r>
            <a:endParaRPr/>
          </a:p>
          <a:p>
            <a:pPr marL="0" lvl="0" indent="0" algn="ctr" rtl="0">
              <a:spcBef>
                <a:spcPts val="0"/>
              </a:spcBef>
              <a:spcAft>
                <a:spcPts val="0"/>
              </a:spcAft>
              <a:buClr>
                <a:schemeClr val="lt1"/>
              </a:buClr>
              <a:buSzPts val="1100"/>
              <a:buFont typeface="Arial"/>
              <a:buNone/>
            </a:pPr>
            <a:r>
              <a:rPr lang="en"/>
              <a:t>+91  620 421 838 </a:t>
            </a:r>
            <a:endParaRPr/>
          </a:p>
          <a:p>
            <a:pPr marL="0" lvl="0" indent="0" algn="ctr" rtl="0">
              <a:spcBef>
                <a:spcPts val="0"/>
              </a:spcBef>
              <a:spcAft>
                <a:spcPts val="0"/>
              </a:spcAft>
              <a:buNone/>
            </a:pPr>
            <a:r>
              <a:rPr lang="en"/>
              <a:t>yourwebsite.com</a:t>
            </a:r>
            <a:endParaRPr/>
          </a:p>
        </p:txBody>
      </p:sp>
      <p:sp>
        <p:nvSpPr>
          <p:cNvPr id="1696" name="Google Shape;1696;p71">
            <a:extLst>
              <a:ext uri="{FF2B5EF4-FFF2-40B4-BE49-F238E27FC236}">
                <a16:creationId xmlns:a16="http://schemas.microsoft.com/office/drawing/2014/main" id="{9FF1FBB8-5EBF-9CE6-0138-896B1F3536B5}"/>
              </a:ext>
            </a:extLst>
          </p:cNvPr>
          <p:cNvSpPr txBox="1">
            <a:spLocks noGrp="1"/>
          </p:cNvSpPr>
          <p:nvPr>
            <p:ph type="subTitle" idx="4294967295"/>
          </p:nvPr>
        </p:nvSpPr>
        <p:spPr>
          <a:xfrm>
            <a:off x="3014700" y="4247902"/>
            <a:ext cx="3114600" cy="34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a:t>Please keep this slide for </a:t>
            </a:r>
            <a:r>
              <a:rPr lang="en" sz="1000" err="1"/>
              <a:t>attrution</a:t>
            </a:r>
            <a:endParaRPr sz="1000"/>
          </a:p>
        </p:txBody>
      </p:sp>
      <p:sp>
        <p:nvSpPr>
          <p:cNvPr id="1697" name="Google Shape;1697;p71">
            <a:extLst>
              <a:ext uri="{FF2B5EF4-FFF2-40B4-BE49-F238E27FC236}">
                <a16:creationId xmlns:a16="http://schemas.microsoft.com/office/drawing/2014/main" id="{11752F89-21A0-D97C-FF2C-DC88056B2CD4}"/>
              </a:ext>
            </a:extLst>
          </p:cNvPr>
          <p:cNvSpPr/>
          <p:nvPr/>
        </p:nvSpPr>
        <p:spPr>
          <a:xfrm>
            <a:off x="2841086" y="2839390"/>
            <a:ext cx="407383" cy="407383"/>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1">
            <a:extLst>
              <a:ext uri="{FF2B5EF4-FFF2-40B4-BE49-F238E27FC236}">
                <a16:creationId xmlns:a16="http://schemas.microsoft.com/office/drawing/2014/main" id="{0FED1A3F-325B-920B-C05E-598EC6106CFB}"/>
              </a:ext>
            </a:extLst>
          </p:cNvPr>
          <p:cNvSpPr/>
          <p:nvPr/>
        </p:nvSpPr>
        <p:spPr>
          <a:xfrm rot="10800000">
            <a:off x="6464197" y="-78300"/>
            <a:ext cx="27108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2" name="Google Shape;1712;p71">
            <a:extLst>
              <a:ext uri="{FF2B5EF4-FFF2-40B4-BE49-F238E27FC236}">
                <a16:creationId xmlns:a16="http://schemas.microsoft.com/office/drawing/2014/main" id="{8ED1EDEF-CF94-B19C-9260-B6C4877513D7}"/>
              </a:ext>
            </a:extLst>
          </p:cNvPr>
          <p:cNvSpPr/>
          <p:nvPr/>
        </p:nvSpPr>
        <p:spPr>
          <a:xfrm flipH="1">
            <a:off x="7903891"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3" name="Google Shape;1713;p71">
            <a:extLst>
              <a:ext uri="{FF2B5EF4-FFF2-40B4-BE49-F238E27FC236}">
                <a16:creationId xmlns:a16="http://schemas.microsoft.com/office/drawing/2014/main" id="{9B135C59-C59C-2BD9-D43E-1E10E4FEB41D}"/>
              </a:ext>
            </a:extLst>
          </p:cNvPr>
          <p:cNvSpPr/>
          <p:nvPr/>
        </p:nvSpPr>
        <p:spPr>
          <a:xfrm>
            <a:off x="-47450" y="3439475"/>
            <a:ext cx="1965300" cy="1704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4" name="Google Shape;1714;p71">
            <a:extLst>
              <a:ext uri="{FF2B5EF4-FFF2-40B4-BE49-F238E27FC236}">
                <a16:creationId xmlns:a16="http://schemas.microsoft.com/office/drawing/2014/main" id="{0D00BE14-D3EF-5A54-A790-4880208F94F8}"/>
              </a:ext>
            </a:extLst>
          </p:cNvPr>
          <p:cNvSpPr/>
          <p:nvPr/>
        </p:nvSpPr>
        <p:spPr>
          <a:xfrm>
            <a:off x="-47450" y="4594800"/>
            <a:ext cx="4157400" cy="5487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5" name="Google Shape;1715;p71">
            <a:extLst>
              <a:ext uri="{FF2B5EF4-FFF2-40B4-BE49-F238E27FC236}">
                <a16:creationId xmlns:a16="http://schemas.microsoft.com/office/drawing/2014/main" id="{A5CF21EB-9E51-2029-E947-CE87D5111088}"/>
              </a:ext>
            </a:extLst>
          </p:cNvPr>
          <p:cNvSpPr/>
          <p:nvPr/>
        </p:nvSpPr>
        <p:spPr>
          <a:xfrm flipH="1">
            <a:off x="6895591"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6" name="Google Shape;1716;p71">
            <a:extLst>
              <a:ext uri="{FF2B5EF4-FFF2-40B4-BE49-F238E27FC236}">
                <a16:creationId xmlns:a16="http://schemas.microsoft.com/office/drawing/2014/main" id="{C7C3800A-C424-F803-FD23-273663FD169F}"/>
              </a:ext>
            </a:extLst>
          </p:cNvPr>
          <p:cNvSpPr/>
          <p:nvPr/>
        </p:nvSpPr>
        <p:spPr>
          <a:xfrm flipH="1">
            <a:off x="-630087" y="896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717" name="Google Shape;1717;p71">
            <a:extLst>
              <a:ext uri="{FF2B5EF4-FFF2-40B4-BE49-F238E27FC236}">
                <a16:creationId xmlns:a16="http://schemas.microsoft.com/office/drawing/2014/main" id="{8A2EDE5A-5BF3-7D3A-BAAC-33C832688808}"/>
              </a:ext>
            </a:extLst>
          </p:cNvPr>
          <p:cNvGrpSpPr/>
          <p:nvPr/>
        </p:nvGrpSpPr>
        <p:grpSpPr>
          <a:xfrm flipH="1">
            <a:off x="479188" y="2241175"/>
            <a:ext cx="986125" cy="2095500"/>
            <a:chOff x="7631225" y="2241175"/>
            <a:chExt cx="986125" cy="2095500"/>
          </a:xfrm>
        </p:grpSpPr>
        <p:cxnSp>
          <p:nvCxnSpPr>
            <p:cNvPr id="1718" name="Google Shape;1718;p71">
              <a:extLst>
                <a:ext uri="{FF2B5EF4-FFF2-40B4-BE49-F238E27FC236}">
                  <a16:creationId xmlns:a16="http://schemas.microsoft.com/office/drawing/2014/main" id="{75540A6F-9F96-7F5E-3EFD-3F7C33D84FEF}"/>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19" name="Google Shape;1719;p71">
              <a:extLst>
                <a:ext uri="{FF2B5EF4-FFF2-40B4-BE49-F238E27FC236}">
                  <a16:creationId xmlns:a16="http://schemas.microsoft.com/office/drawing/2014/main" id="{8EDB7C0E-2D18-FA97-3F8D-72D596784B6A}"/>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0" name="Google Shape;1720;p71">
              <a:extLst>
                <a:ext uri="{FF2B5EF4-FFF2-40B4-BE49-F238E27FC236}">
                  <a16:creationId xmlns:a16="http://schemas.microsoft.com/office/drawing/2014/main" id="{4C06E7E1-1023-3E12-92F5-3FA8F82F85AF}"/>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1" name="Google Shape;1721;p71">
              <a:extLst>
                <a:ext uri="{FF2B5EF4-FFF2-40B4-BE49-F238E27FC236}">
                  <a16:creationId xmlns:a16="http://schemas.microsoft.com/office/drawing/2014/main" id="{E9B5B565-D8E5-7FB2-8A31-ED005C7A0355}"/>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2" name="Google Shape;1722;p71">
              <a:extLst>
                <a:ext uri="{FF2B5EF4-FFF2-40B4-BE49-F238E27FC236}">
                  <a16:creationId xmlns:a16="http://schemas.microsoft.com/office/drawing/2014/main" id="{CB38010E-3772-058F-73A2-416C53FBBACE}"/>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3" name="Google Shape;1723;p71">
              <a:extLst>
                <a:ext uri="{FF2B5EF4-FFF2-40B4-BE49-F238E27FC236}">
                  <a16:creationId xmlns:a16="http://schemas.microsoft.com/office/drawing/2014/main" id="{CEE0D75C-DE12-ECA4-EF82-97EDD652E94B}"/>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4" name="Google Shape;1724;p71">
              <a:extLst>
                <a:ext uri="{FF2B5EF4-FFF2-40B4-BE49-F238E27FC236}">
                  <a16:creationId xmlns:a16="http://schemas.microsoft.com/office/drawing/2014/main" id="{7A565998-7338-2C9F-FA85-499A83DACB2F}"/>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5" name="Google Shape;1725;p71">
              <a:extLst>
                <a:ext uri="{FF2B5EF4-FFF2-40B4-BE49-F238E27FC236}">
                  <a16:creationId xmlns:a16="http://schemas.microsoft.com/office/drawing/2014/main" id="{B1F8BFE9-4410-F1D4-12C3-B5E6BABFCB1B}"/>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6" name="Google Shape;1726;p71">
              <a:extLst>
                <a:ext uri="{FF2B5EF4-FFF2-40B4-BE49-F238E27FC236}">
                  <a16:creationId xmlns:a16="http://schemas.microsoft.com/office/drawing/2014/main" id="{8C5C61F0-C535-98AD-73E0-27C30D95EBF6}"/>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7" name="Google Shape;1727;p71">
              <a:extLst>
                <a:ext uri="{FF2B5EF4-FFF2-40B4-BE49-F238E27FC236}">
                  <a16:creationId xmlns:a16="http://schemas.microsoft.com/office/drawing/2014/main" id="{87CE06AC-4C51-1F84-6F7F-82B8A147C956}"/>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8" name="Google Shape;1728;p71">
              <a:extLst>
                <a:ext uri="{FF2B5EF4-FFF2-40B4-BE49-F238E27FC236}">
                  <a16:creationId xmlns:a16="http://schemas.microsoft.com/office/drawing/2014/main" id="{8F2ADBD0-6937-E962-4AF0-96970842E9F4}"/>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9" name="Google Shape;1729;p71">
              <a:extLst>
                <a:ext uri="{FF2B5EF4-FFF2-40B4-BE49-F238E27FC236}">
                  <a16:creationId xmlns:a16="http://schemas.microsoft.com/office/drawing/2014/main" id="{C43F9FB2-8AE5-37D4-D5FB-50AD89406681}"/>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30" name="Google Shape;1730;p71">
              <a:extLst>
                <a:ext uri="{FF2B5EF4-FFF2-40B4-BE49-F238E27FC236}">
                  <a16:creationId xmlns:a16="http://schemas.microsoft.com/office/drawing/2014/main" id="{B4E6B13D-43E9-220F-EB0F-2841A9E888FC}"/>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31" name="Google Shape;1731;p71">
              <a:extLst>
                <a:ext uri="{FF2B5EF4-FFF2-40B4-BE49-F238E27FC236}">
                  <a16:creationId xmlns:a16="http://schemas.microsoft.com/office/drawing/2014/main" id="{CC7B8040-D878-AE42-C115-4F46934E6F6B}"/>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pic>
        <p:nvPicPr>
          <p:cNvPr id="3" name="Picture 2" descr="A graph of a diagram&#10;&#10;AI-generated content may be incorrect.">
            <a:extLst>
              <a:ext uri="{FF2B5EF4-FFF2-40B4-BE49-F238E27FC236}">
                <a16:creationId xmlns:a16="http://schemas.microsoft.com/office/drawing/2014/main" id="{E365DAE5-D830-770C-C208-5DB0003B4B10}"/>
              </a:ext>
            </a:extLst>
          </p:cNvPr>
          <p:cNvPicPr>
            <a:picLocks noChangeAspect="1"/>
          </p:cNvPicPr>
          <p:nvPr/>
        </p:nvPicPr>
        <p:blipFill>
          <a:blip r:embed="rId3"/>
          <a:stretch>
            <a:fillRect/>
          </a:stretch>
        </p:blipFill>
        <p:spPr>
          <a:xfrm>
            <a:off x="1712007" y="492538"/>
            <a:ext cx="5425670" cy="4222088"/>
          </a:xfrm>
          <a:prstGeom prst="rect">
            <a:avLst/>
          </a:prstGeom>
        </p:spPr>
      </p:pic>
    </p:spTree>
    <p:extLst>
      <p:ext uri="{BB962C8B-B14F-4D97-AF65-F5344CB8AC3E}">
        <p14:creationId xmlns:p14="http://schemas.microsoft.com/office/powerpoint/2010/main" val="3754486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9"/>
        <p:cNvGrpSpPr/>
        <p:nvPr/>
      </p:nvGrpSpPr>
      <p:grpSpPr>
        <a:xfrm>
          <a:off x="0" y="0"/>
          <a:ext cx="0" cy="0"/>
          <a:chOff x="0" y="0"/>
          <a:chExt cx="0" cy="0"/>
        </a:xfrm>
      </p:grpSpPr>
      <p:sp>
        <p:nvSpPr>
          <p:cNvPr id="1500" name="Google Shape;1500;p61"/>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Segmentation(2/2)</a:t>
            </a:r>
            <a:endParaRPr/>
          </a:p>
        </p:txBody>
      </p:sp>
      <p:sp>
        <p:nvSpPr>
          <p:cNvPr id="1501" name="Google Shape;1501;p61"/>
          <p:cNvSpPr txBox="1"/>
          <p:nvPr/>
        </p:nvSpPr>
        <p:spPr>
          <a:xfrm>
            <a:off x="722394" y="1715638"/>
            <a:ext cx="2082900" cy="884100"/>
          </a:xfrm>
          <a:prstGeom prst="rect">
            <a:avLst/>
          </a:prstGeom>
          <a:noFill/>
          <a:ln>
            <a:noFill/>
          </a:ln>
        </p:spPr>
        <p:txBody>
          <a:bodyPr spcFirstLastPara="1" wrap="square" lIns="91425" tIns="91425" rIns="91425" bIns="91425" anchor="t" anchorCtr="0">
            <a:noAutofit/>
          </a:bodyPr>
          <a:lstStyle/>
          <a:p>
            <a:pPr lvl="0" algn="r"/>
            <a:r>
              <a:rPr lang="en-US" b="1"/>
              <a:t>Older Month‑to‑Month Customers With Low Engagement </a:t>
            </a:r>
            <a:endParaRPr sz="1200">
              <a:solidFill>
                <a:schemeClr val="dk1"/>
              </a:solidFill>
              <a:latin typeface="Maven Pro"/>
              <a:ea typeface="Maven Pro"/>
              <a:cs typeface="Maven Pro"/>
              <a:sym typeface="Maven Pro"/>
            </a:endParaRPr>
          </a:p>
        </p:txBody>
      </p:sp>
      <p:sp>
        <p:nvSpPr>
          <p:cNvPr id="1502" name="Google Shape;1502;p61"/>
          <p:cNvSpPr txBox="1"/>
          <p:nvPr/>
        </p:nvSpPr>
        <p:spPr>
          <a:xfrm>
            <a:off x="6338694" y="1715638"/>
            <a:ext cx="2082900" cy="884100"/>
          </a:xfrm>
          <a:prstGeom prst="rect">
            <a:avLst/>
          </a:prstGeom>
          <a:noFill/>
          <a:ln>
            <a:noFill/>
          </a:ln>
        </p:spPr>
        <p:txBody>
          <a:bodyPr spcFirstLastPara="1" wrap="square" lIns="91425" tIns="91425" rIns="91425" bIns="91425" anchor="t" anchorCtr="0">
            <a:noAutofit/>
          </a:bodyPr>
          <a:lstStyle/>
          <a:p>
            <a:r>
              <a:rPr lang="en-US" b="1"/>
              <a:t>Younger, Long‑Tenure, Highly Engaged Customers </a:t>
            </a:r>
          </a:p>
        </p:txBody>
      </p:sp>
      <p:sp>
        <p:nvSpPr>
          <p:cNvPr id="1503" name="Google Shape;1503;p61"/>
          <p:cNvSpPr txBox="1"/>
          <p:nvPr/>
        </p:nvSpPr>
        <p:spPr>
          <a:xfrm>
            <a:off x="722394" y="1415163"/>
            <a:ext cx="2082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lt1"/>
                </a:solidFill>
                <a:latin typeface="Montserrat"/>
                <a:ea typeface="Montserrat"/>
                <a:cs typeface="Montserrat"/>
                <a:sym typeface="Montserrat"/>
              </a:rPr>
              <a:t>Segment 1</a:t>
            </a:r>
            <a:endParaRPr sz="2000" b="1">
              <a:solidFill>
                <a:schemeClr val="lt1"/>
              </a:solidFill>
              <a:latin typeface="Montserrat"/>
              <a:ea typeface="Montserrat"/>
              <a:cs typeface="Montserrat"/>
              <a:sym typeface="Montserrat"/>
            </a:endParaRPr>
          </a:p>
        </p:txBody>
      </p:sp>
      <p:sp>
        <p:nvSpPr>
          <p:cNvPr id="1504" name="Google Shape;1504;p61"/>
          <p:cNvSpPr txBox="1"/>
          <p:nvPr/>
        </p:nvSpPr>
        <p:spPr>
          <a:xfrm>
            <a:off x="6338706" y="1415163"/>
            <a:ext cx="2082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Segment 2</a:t>
            </a:r>
            <a:endParaRPr sz="2000" b="1">
              <a:solidFill>
                <a:schemeClr val="lt1"/>
              </a:solidFill>
              <a:latin typeface="Montserrat"/>
              <a:ea typeface="Montserrat"/>
              <a:cs typeface="Montserrat"/>
              <a:sym typeface="Montserrat"/>
            </a:endParaRPr>
          </a:p>
        </p:txBody>
      </p:sp>
      <p:sp>
        <p:nvSpPr>
          <p:cNvPr id="1505" name="Google Shape;1505;p61"/>
          <p:cNvSpPr txBox="1"/>
          <p:nvPr/>
        </p:nvSpPr>
        <p:spPr>
          <a:xfrm>
            <a:off x="722394" y="3406538"/>
            <a:ext cx="2082900" cy="884100"/>
          </a:xfrm>
          <a:prstGeom prst="rect">
            <a:avLst/>
          </a:prstGeom>
          <a:noFill/>
          <a:ln>
            <a:noFill/>
          </a:ln>
        </p:spPr>
        <p:txBody>
          <a:bodyPr spcFirstLastPara="1" wrap="square" lIns="91425" tIns="91425" rIns="91425" bIns="91425" anchor="t" anchorCtr="0">
            <a:noAutofit/>
          </a:bodyPr>
          <a:lstStyle/>
          <a:p>
            <a:pPr lvl="0" algn="r"/>
            <a:r>
              <a:rPr lang="en-US" b="1"/>
              <a:t>Young, New, Month‑to‑Month Customers With Low Engagement </a:t>
            </a:r>
            <a:endParaRPr sz="1200">
              <a:solidFill>
                <a:schemeClr val="dk1"/>
              </a:solidFill>
              <a:latin typeface="Maven Pro"/>
              <a:ea typeface="Maven Pro"/>
              <a:cs typeface="Maven Pro"/>
              <a:sym typeface="Maven Pro"/>
            </a:endParaRPr>
          </a:p>
        </p:txBody>
      </p:sp>
      <p:sp>
        <p:nvSpPr>
          <p:cNvPr id="1506" name="Google Shape;1506;p61"/>
          <p:cNvSpPr txBox="1"/>
          <p:nvPr/>
        </p:nvSpPr>
        <p:spPr>
          <a:xfrm>
            <a:off x="6338694" y="3406538"/>
            <a:ext cx="2082900" cy="884100"/>
          </a:xfrm>
          <a:prstGeom prst="rect">
            <a:avLst/>
          </a:prstGeom>
          <a:noFill/>
          <a:ln>
            <a:noFill/>
          </a:ln>
        </p:spPr>
        <p:txBody>
          <a:bodyPr spcFirstLastPara="1" wrap="square" lIns="91425" tIns="91425" rIns="91425" bIns="91425" anchor="t" anchorCtr="0">
            <a:noAutofit/>
          </a:bodyPr>
          <a:lstStyle/>
          <a:p>
            <a:pPr lvl="0"/>
            <a:r>
              <a:rPr lang="en-US" b="1"/>
              <a:t>Older, Long‑Tenure, High‑Engagement Customers</a:t>
            </a:r>
            <a:r>
              <a:rPr lang="en-US" sz="1200"/>
              <a:t> </a:t>
            </a:r>
            <a:endParaRPr sz="1200">
              <a:solidFill>
                <a:schemeClr val="dk1"/>
              </a:solidFill>
              <a:latin typeface="Maven Pro"/>
              <a:ea typeface="Maven Pro"/>
              <a:cs typeface="Maven Pro"/>
              <a:sym typeface="Maven Pro"/>
            </a:endParaRPr>
          </a:p>
        </p:txBody>
      </p:sp>
      <p:sp>
        <p:nvSpPr>
          <p:cNvPr id="1507" name="Google Shape;1507;p61"/>
          <p:cNvSpPr txBox="1"/>
          <p:nvPr/>
        </p:nvSpPr>
        <p:spPr>
          <a:xfrm>
            <a:off x="722394" y="3106062"/>
            <a:ext cx="2082900" cy="402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lt1"/>
                </a:solidFill>
                <a:latin typeface="Montserrat"/>
                <a:ea typeface="Montserrat"/>
                <a:cs typeface="Montserrat"/>
                <a:sym typeface="Montserrat"/>
              </a:rPr>
              <a:t>Segment 3</a:t>
            </a:r>
            <a:endParaRPr sz="2000" b="1">
              <a:solidFill>
                <a:schemeClr val="lt1"/>
              </a:solidFill>
              <a:latin typeface="Montserrat"/>
              <a:ea typeface="Montserrat"/>
              <a:cs typeface="Montserrat"/>
              <a:sym typeface="Montserrat"/>
            </a:endParaRPr>
          </a:p>
        </p:txBody>
      </p:sp>
      <p:sp>
        <p:nvSpPr>
          <p:cNvPr id="1508" name="Google Shape;1508;p61"/>
          <p:cNvSpPr txBox="1"/>
          <p:nvPr/>
        </p:nvSpPr>
        <p:spPr>
          <a:xfrm>
            <a:off x="6338706" y="3106062"/>
            <a:ext cx="20829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Segment 4</a:t>
            </a:r>
            <a:endParaRPr sz="2000" b="1">
              <a:solidFill>
                <a:schemeClr val="lt1"/>
              </a:solidFill>
              <a:latin typeface="Montserrat"/>
              <a:ea typeface="Montserrat"/>
              <a:cs typeface="Montserrat"/>
              <a:sym typeface="Montserrat"/>
            </a:endParaRPr>
          </a:p>
        </p:txBody>
      </p:sp>
      <p:sp>
        <p:nvSpPr>
          <p:cNvPr id="1509" name="Google Shape;1509;p61"/>
          <p:cNvSpPr/>
          <p:nvPr/>
        </p:nvSpPr>
        <p:spPr>
          <a:xfrm>
            <a:off x="2881450" y="1552163"/>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0" name="Google Shape;1510;p61"/>
          <p:cNvSpPr/>
          <p:nvPr/>
        </p:nvSpPr>
        <p:spPr>
          <a:xfrm>
            <a:off x="5383550" y="1552163"/>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1" name="Google Shape;1511;p61"/>
          <p:cNvSpPr/>
          <p:nvPr/>
        </p:nvSpPr>
        <p:spPr>
          <a:xfrm>
            <a:off x="2881450" y="3253156"/>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2" name="Google Shape;1512;p61"/>
          <p:cNvSpPr/>
          <p:nvPr/>
        </p:nvSpPr>
        <p:spPr>
          <a:xfrm>
            <a:off x="5383550" y="3253156"/>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3" name="Google Shape;1513;p61"/>
          <p:cNvSpPr/>
          <p:nvPr/>
        </p:nvSpPr>
        <p:spPr>
          <a:xfrm>
            <a:off x="4132500" y="2413400"/>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514" name="Google Shape;1514;p61"/>
          <p:cNvCxnSpPr>
            <a:stCxn id="1509" idx="3"/>
            <a:endCxn id="1513" idx="0"/>
          </p:cNvCxnSpPr>
          <p:nvPr/>
        </p:nvCxnSpPr>
        <p:spPr>
          <a:xfrm>
            <a:off x="3760450" y="1991663"/>
            <a:ext cx="811500" cy="421800"/>
          </a:xfrm>
          <a:prstGeom prst="bentConnector2">
            <a:avLst/>
          </a:prstGeom>
          <a:noFill/>
          <a:ln w="9525" cap="flat" cmpd="sng">
            <a:solidFill>
              <a:schemeClr val="lt2"/>
            </a:solidFill>
            <a:prstDash val="solid"/>
            <a:round/>
            <a:headEnd type="none" w="med" len="med"/>
            <a:tailEnd type="none" w="med" len="med"/>
          </a:ln>
        </p:spPr>
      </p:cxnSp>
      <p:cxnSp>
        <p:nvCxnSpPr>
          <p:cNvPr id="1515" name="Google Shape;1515;p61"/>
          <p:cNvCxnSpPr>
            <a:stCxn id="1510" idx="1"/>
            <a:endCxn id="1513" idx="0"/>
          </p:cNvCxnSpPr>
          <p:nvPr/>
        </p:nvCxnSpPr>
        <p:spPr>
          <a:xfrm flipH="1">
            <a:off x="4572050" y="1991663"/>
            <a:ext cx="811500" cy="421800"/>
          </a:xfrm>
          <a:prstGeom prst="bentConnector2">
            <a:avLst/>
          </a:prstGeom>
          <a:noFill/>
          <a:ln w="9525" cap="flat" cmpd="sng">
            <a:solidFill>
              <a:schemeClr val="lt2"/>
            </a:solidFill>
            <a:prstDash val="solid"/>
            <a:round/>
            <a:headEnd type="none" w="med" len="med"/>
            <a:tailEnd type="none" w="med" len="med"/>
          </a:ln>
        </p:spPr>
      </p:cxnSp>
      <p:cxnSp>
        <p:nvCxnSpPr>
          <p:cNvPr id="1516" name="Google Shape;1516;p61"/>
          <p:cNvCxnSpPr>
            <a:stCxn id="1511" idx="3"/>
            <a:endCxn id="1513" idx="2"/>
          </p:cNvCxnSpPr>
          <p:nvPr/>
        </p:nvCxnSpPr>
        <p:spPr>
          <a:xfrm rot="10800000" flipH="1">
            <a:off x="3760450" y="3292456"/>
            <a:ext cx="811500" cy="400200"/>
          </a:xfrm>
          <a:prstGeom prst="bentConnector2">
            <a:avLst/>
          </a:prstGeom>
          <a:noFill/>
          <a:ln w="9525" cap="flat" cmpd="sng">
            <a:solidFill>
              <a:schemeClr val="lt2"/>
            </a:solidFill>
            <a:prstDash val="solid"/>
            <a:round/>
            <a:headEnd type="none" w="med" len="med"/>
            <a:tailEnd type="none" w="med" len="med"/>
          </a:ln>
        </p:spPr>
      </p:cxnSp>
      <p:cxnSp>
        <p:nvCxnSpPr>
          <p:cNvPr id="1517" name="Google Shape;1517;p61"/>
          <p:cNvCxnSpPr>
            <a:stCxn id="1513" idx="2"/>
            <a:endCxn id="1512" idx="1"/>
          </p:cNvCxnSpPr>
          <p:nvPr/>
        </p:nvCxnSpPr>
        <p:spPr>
          <a:xfrm rot="-5400000" flipH="1">
            <a:off x="4777650" y="3086750"/>
            <a:ext cx="400200" cy="811500"/>
          </a:xfrm>
          <a:prstGeom prst="bentConnector2">
            <a:avLst/>
          </a:prstGeom>
          <a:noFill/>
          <a:ln w="9525" cap="flat" cmpd="sng">
            <a:solidFill>
              <a:schemeClr val="lt2"/>
            </a:solidFill>
            <a:prstDash val="solid"/>
            <a:round/>
            <a:headEnd type="none" w="med" len="med"/>
            <a:tailEnd type="none" w="med" len="med"/>
          </a:ln>
        </p:spPr>
      </p:cxnSp>
      <p:sp>
        <p:nvSpPr>
          <p:cNvPr id="1518" name="Google Shape;1518;p61"/>
          <p:cNvSpPr/>
          <p:nvPr/>
        </p:nvSpPr>
        <p:spPr>
          <a:xfrm>
            <a:off x="3084069" y="3510351"/>
            <a:ext cx="460132" cy="364621"/>
          </a:xfrm>
          <a:custGeom>
            <a:avLst/>
            <a:gdLst/>
            <a:ahLst/>
            <a:cxnLst/>
            <a:rect l="l" t="t" r="r" b="b"/>
            <a:pathLst>
              <a:path w="460132" h="364621" extrusionOk="0">
                <a:moveTo>
                  <a:pt x="446445" y="0"/>
                </a:moveTo>
                <a:cubicBezTo>
                  <a:pt x="427482" y="0"/>
                  <a:pt x="59921" y="0"/>
                  <a:pt x="43718" y="0"/>
                </a:cubicBezTo>
                <a:cubicBezTo>
                  <a:pt x="19611" y="0"/>
                  <a:pt x="0" y="19611"/>
                  <a:pt x="0" y="43718"/>
                </a:cubicBezTo>
                <a:cubicBezTo>
                  <a:pt x="0" y="67824"/>
                  <a:pt x="19611" y="87435"/>
                  <a:pt x="43718" y="87435"/>
                </a:cubicBezTo>
                <a:cubicBezTo>
                  <a:pt x="43807" y="87399"/>
                  <a:pt x="61018" y="89108"/>
                  <a:pt x="60838" y="73606"/>
                </a:cubicBezTo>
                <a:cubicBezTo>
                  <a:pt x="60757" y="66170"/>
                  <a:pt x="54579" y="60235"/>
                  <a:pt x="47152" y="60235"/>
                </a:cubicBezTo>
                <a:lnTo>
                  <a:pt x="44203" y="60235"/>
                </a:lnTo>
                <a:cubicBezTo>
                  <a:pt x="35544" y="60235"/>
                  <a:pt x="28027" y="53770"/>
                  <a:pt x="27245" y="45147"/>
                </a:cubicBezTo>
                <a:cubicBezTo>
                  <a:pt x="26355" y="35283"/>
                  <a:pt x="34123" y="26966"/>
                  <a:pt x="43807" y="26966"/>
                </a:cubicBezTo>
                <a:lnTo>
                  <a:pt x="86842" y="26966"/>
                </a:lnTo>
                <a:cubicBezTo>
                  <a:pt x="105823" y="152400"/>
                  <a:pt x="92578" y="64578"/>
                  <a:pt x="116946" y="225862"/>
                </a:cubicBezTo>
                <a:lnTo>
                  <a:pt x="105814" y="275909"/>
                </a:lnTo>
                <a:cubicBezTo>
                  <a:pt x="102973" y="288696"/>
                  <a:pt x="106039" y="301886"/>
                  <a:pt x="114239" y="312110"/>
                </a:cubicBezTo>
                <a:cubicBezTo>
                  <a:pt x="130757" y="332719"/>
                  <a:pt x="153910" y="327342"/>
                  <a:pt x="159234" y="328187"/>
                </a:cubicBezTo>
                <a:cubicBezTo>
                  <a:pt x="165762" y="349272"/>
                  <a:pt x="185453" y="364621"/>
                  <a:pt x="208652" y="364621"/>
                </a:cubicBezTo>
                <a:cubicBezTo>
                  <a:pt x="231850" y="364621"/>
                  <a:pt x="251542" y="349263"/>
                  <a:pt x="258070" y="328187"/>
                </a:cubicBezTo>
                <a:lnTo>
                  <a:pt x="300520" y="328187"/>
                </a:lnTo>
                <a:cubicBezTo>
                  <a:pt x="307245" y="349893"/>
                  <a:pt x="328142" y="365439"/>
                  <a:pt x="352348" y="363956"/>
                </a:cubicBezTo>
                <a:cubicBezTo>
                  <a:pt x="378091" y="362382"/>
                  <a:pt x="398790" y="341387"/>
                  <a:pt x="400013" y="315617"/>
                </a:cubicBezTo>
                <a:cubicBezTo>
                  <a:pt x="401406" y="286421"/>
                  <a:pt x="378055" y="262233"/>
                  <a:pt x="349165" y="262233"/>
                </a:cubicBezTo>
                <a:cubicBezTo>
                  <a:pt x="325202" y="262233"/>
                  <a:pt x="305051" y="278877"/>
                  <a:pt x="299674" y="301212"/>
                </a:cubicBezTo>
                <a:lnTo>
                  <a:pt x="259338" y="301212"/>
                </a:lnTo>
                <a:cubicBezTo>
                  <a:pt x="253826" y="278373"/>
                  <a:pt x="233226" y="261352"/>
                  <a:pt x="208724" y="261352"/>
                </a:cubicBezTo>
                <a:cubicBezTo>
                  <a:pt x="184221" y="261352"/>
                  <a:pt x="163612" y="278373"/>
                  <a:pt x="158119" y="301212"/>
                </a:cubicBezTo>
                <a:cubicBezTo>
                  <a:pt x="151150" y="300466"/>
                  <a:pt x="141961" y="303775"/>
                  <a:pt x="135208" y="295358"/>
                </a:cubicBezTo>
                <a:cubicBezTo>
                  <a:pt x="132223" y="291636"/>
                  <a:pt x="131108" y="286825"/>
                  <a:pt x="132133" y="282177"/>
                </a:cubicBezTo>
                <a:lnTo>
                  <a:pt x="141502" y="240078"/>
                </a:lnTo>
                <a:lnTo>
                  <a:pt x="393754" y="240078"/>
                </a:lnTo>
                <a:cubicBezTo>
                  <a:pt x="400039" y="240078"/>
                  <a:pt x="405515" y="235789"/>
                  <a:pt x="407035" y="229692"/>
                </a:cubicBezTo>
                <a:cubicBezTo>
                  <a:pt x="413293" y="204426"/>
                  <a:pt x="453288" y="42962"/>
                  <a:pt x="459726" y="16967"/>
                </a:cubicBezTo>
                <a:cubicBezTo>
                  <a:pt x="461848" y="8407"/>
                  <a:pt x="455392" y="0"/>
                  <a:pt x="446445" y="0"/>
                </a:cubicBezTo>
                <a:close/>
                <a:moveTo>
                  <a:pt x="349156" y="288830"/>
                </a:moveTo>
                <a:cubicBezTo>
                  <a:pt x="362553" y="288830"/>
                  <a:pt x="373451" y="299728"/>
                  <a:pt x="373451" y="313126"/>
                </a:cubicBezTo>
                <a:cubicBezTo>
                  <a:pt x="373451" y="326523"/>
                  <a:pt x="362553" y="337421"/>
                  <a:pt x="349156" y="337421"/>
                </a:cubicBezTo>
                <a:cubicBezTo>
                  <a:pt x="335758" y="337421"/>
                  <a:pt x="324860" y="326506"/>
                  <a:pt x="324860" y="313126"/>
                </a:cubicBezTo>
                <a:cubicBezTo>
                  <a:pt x="324860" y="299809"/>
                  <a:pt x="335686" y="288830"/>
                  <a:pt x="349156" y="288830"/>
                </a:cubicBezTo>
                <a:close/>
                <a:moveTo>
                  <a:pt x="208625" y="288830"/>
                </a:moveTo>
                <a:cubicBezTo>
                  <a:pt x="221932" y="288830"/>
                  <a:pt x="232920" y="299647"/>
                  <a:pt x="232920" y="313126"/>
                </a:cubicBezTo>
                <a:cubicBezTo>
                  <a:pt x="232920" y="326604"/>
                  <a:pt x="222004" y="337421"/>
                  <a:pt x="208625" y="337421"/>
                </a:cubicBezTo>
                <a:cubicBezTo>
                  <a:pt x="195245" y="337421"/>
                  <a:pt x="184329" y="326559"/>
                  <a:pt x="184329" y="313126"/>
                </a:cubicBezTo>
                <a:cubicBezTo>
                  <a:pt x="184329" y="299629"/>
                  <a:pt x="195335" y="288830"/>
                  <a:pt x="208625" y="288830"/>
                </a:cubicBezTo>
                <a:close/>
                <a:moveTo>
                  <a:pt x="384169" y="213103"/>
                </a:moveTo>
                <a:lnTo>
                  <a:pt x="141466" y="213103"/>
                </a:lnTo>
                <a:lnTo>
                  <a:pt x="134659" y="168144"/>
                </a:lnTo>
                <a:lnTo>
                  <a:pt x="395301" y="168144"/>
                </a:lnTo>
                <a:lnTo>
                  <a:pt x="384169" y="213103"/>
                </a:lnTo>
                <a:close/>
                <a:moveTo>
                  <a:pt x="400300" y="141169"/>
                </a:moveTo>
                <a:lnTo>
                  <a:pt x="132330" y="141169"/>
                </a:lnTo>
                <a:cubicBezTo>
                  <a:pt x="132357" y="141331"/>
                  <a:pt x="131584" y="136260"/>
                  <a:pt x="125928" y="98908"/>
                </a:cubicBezTo>
                <a:lnTo>
                  <a:pt x="410767" y="98908"/>
                </a:lnTo>
                <a:cubicBezTo>
                  <a:pt x="409229" y="105131"/>
                  <a:pt x="401820" y="135028"/>
                  <a:pt x="400300" y="141169"/>
                </a:cubicBezTo>
                <a:close/>
                <a:moveTo>
                  <a:pt x="418868" y="71034"/>
                </a:moveTo>
                <a:lnTo>
                  <a:pt x="120443" y="71034"/>
                </a:lnTo>
                <a:lnTo>
                  <a:pt x="113772" y="26975"/>
                </a:lnTo>
                <a:lnTo>
                  <a:pt x="429784" y="26975"/>
                </a:lnTo>
                <a:lnTo>
                  <a:pt x="418868" y="710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nvGrpSpPr>
          <p:cNvPr id="1519" name="Google Shape;1519;p61"/>
          <p:cNvGrpSpPr/>
          <p:nvPr/>
        </p:nvGrpSpPr>
        <p:grpSpPr>
          <a:xfrm>
            <a:off x="3083942" y="1863993"/>
            <a:ext cx="460373" cy="255363"/>
            <a:chOff x="5685739" y="3792091"/>
            <a:chExt cx="460373" cy="255363"/>
          </a:xfrm>
        </p:grpSpPr>
        <p:sp>
          <p:nvSpPr>
            <p:cNvPr id="1520" name="Google Shape;1520;p61"/>
            <p:cNvSpPr/>
            <p:nvPr/>
          </p:nvSpPr>
          <p:spPr>
            <a:xfrm>
              <a:off x="5685739" y="3792091"/>
              <a:ext cx="460373" cy="255363"/>
            </a:xfrm>
            <a:custGeom>
              <a:avLst/>
              <a:gdLst/>
              <a:ahLst/>
              <a:cxnLst/>
              <a:rect l="l" t="t" r="r" b="b"/>
              <a:pathLst>
                <a:path w="460373" h="255363" extrusionOk="0">
                  <a:moveTo>
                    <a:pt x="446697" y="0"/>
                  </a:moveTo>
                  <a:lnTo>
                    <a:pt x="13676" y="0"/>
                  </a:lnTo>
                  <a:cubicBezTo>
                    <a:pt x="6123" y="0"/>
                    <a:pt x="0" y="6123"/>
                    <a:pt x="0" y="13676"/>
                  </a:cubicBezTo>
                  <a:lnTo>
                    <a:pt x="0" y="241687"/>
                  </a:lnTo>
                  <a:cubicBezTo>
                    <a:pt x="0" y="249240"/>
                    <a:pt x="6123" y="255363"/>
                    <a:pt x="13676" y="255363"/>
                  </a:cubicBezTo>
                  <a:lnTo>
                    <a:pt x="446697" y="255363"/>
                  </a:lnTo>
                  <a:cubicBezTo>
                    <a:pt x="454250" y="255363"/>
                    <a:pt x="460374" y="249240"/>
                    <a:pt x="460374" y="241687"/>
                  </a:cubicBezTo>
                  <a:lnTo>
                    <a:pt x="460374" y="13676"/>
                  </a:lnTo>
                  <a:cubicBezTo>
                    <a:pt x="460374" y="6123"/>
                    <a:pt x="454250" y="0"/>
                    <a:pt x="446697" y="0"/>
                  </a:cubicBezTo>
                  <a:close/>
                  <a:moveTo>
                    <a:pt x="432499" y="227489"/>
                  </a:moveTo>
                  <a:lnTo>
                    <a:pt x="26975" y="227489"/>
                  </a:lnTo>
                  <a:lnTo>
                    <a:pt x="26975" y="26975"/>
                  </a:lnTo>
                  <a:lnTo>
                    <a:pt x="432499" y="26975"/>
                  </a:lnTo>
                  <a:lnTo>
                    <a:pt x="432499" y="227489"/>
                  </a:lnTo>
                  <a:lnTo>
                    <a:pt x="432499" y="2274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1" name="Google Shape;1521;p61"/>
            <p:cNvSpPr/>
            <p:nvPr/>
          </p:nvSpPr>
          <p:spPr>
            <a:xfrm>
              <a:off x="5738790" y="3839746"/>
              <a:ext cx="353372" cy="160042"/>
            </a:xfrm>
            <a:custGeom>
              <a:avLst/>
              <a:gdLst/>
              <a:ahLst/>
              <a:cxnLst/>
              <a:rect l="l" t="t" r="r" b="b"/>
              <a:pathLst>
                <a:path w="353372" h="160042" extrusionOk="0">
                  <a:moveTo>
                    <a:pt x="339642" y="36227"/>
                  </a:moveTo>
                  <a:cubicBezTo>
                    <a:pt x="327225" y="36200"/>
                    <a:pt x="317136" y="26121"/>
                    <a:pt x="317100" y="13730"/>
                  </a:cubicBezTo>
                  <a:cubicBezTo>
                    <a:pt x="317082" y="6150"/>
                    <a:pt x="311004" y="0"/>
                    <a:pt x="303424" y="0"/>
                  </a:cubicBezTo>
                  <a:lnTo>
                    <a:pt x="49949" y="0"/>
                  </a:lnTo>
                  <a:cubicBezTo>
                    <a:pt x="42369" y="0"/>
                    <a:pt x="36291" y="6159"/>
                    <a:pt x="36273" y="13730"/>
                  </a:cubicBezTo>
                  <a:cubicBezTo>
                    <a:pt x="36237" y="26130"/>
                    <a:pt x="26148" y="36209"/>
                    <a:pt x="13730" y="36236"/>
                  </a:cubicBezTo>
                  <a:cubicBezTo>
                    <a:pt x="6151" y="36254"/>
                    <a:pt x="0" y="42324"/>
                    <a:pt x="0" y="49904"/>
                  </a:cubicBezTo>
                  <a:cubicBezTo>
                    <a:pt x="0" y="67087"/>
                    <a:pt x="0" y="92965"/>
                    <a:pt x="0" y="110148"/>
                  </a:cubicBezTo>
                  <a:cubicBezTo>
                    <a:pt x="0" y="117728"/>
                    <a:pt x="6159" y="123797"/>
                    <a:pt x="13730" y="123815"/>
                  </a:cubicBezTo>
                  <a:cubicBezTo>
                    <a:pt x="26148" y="123842"/>
                    <a:pt x="36237" y="133922"/>
                    <a:pt x="36273" y="146312"/>
                  </a:cubicBezTo>
                  <a:cubicBezTo>
                    <a:pt x="36291" y="153892"/>
                    <a:pt x="42369" y="160043"/>
                    <a:pt x="49949" y="160043"/>
                  </a:cubicBezTo>
                  <a:lnTo>
                    <a:pt x="303415" y="160043"/>
                  </a:lnTo>
                  <a:cubicBezTo>
                    <a:pt x="310977" y="160043"/>
                    <a:pt x="317100" y="153919"/>
                    <a:pt x="317100" y="146366"/>
                  </a:cubicBezTo>
                  <a:cubicBezTo>
                    <a:pt x="317100" y="133922"/>
                    <a:pt x="327234" y="123806"/>
                    <a:pt x="339688" y="123806"/>
                  </a:cubicBezTo>
                  <a:cubicBezTo>
                    <a:pt x="347241" y="123806"/>
                    <a:pt x="353373" y="117692"/>
                    <a:pt x="353373" y="110139"/>
                  </a:cubicBezTo>
                  <a:cubicBezTo>
                    <a:pt x="353373" y="92956"/>
                    <a:pt x="353373" y="67078"/>
                    <a:pt x="353373" y="49895"/>
                  </a:cubicBezTo>
                  <a:cubicBezTo>
                    <a:pt x="353373" y="42315"/>
                    <a:pt x="347214" y="36245"/>
                    <a:pt x="339642" y="36227"/>
                  </a:cubicBezTo>
                  <a:close/>
                  <a:moveTo>
                    <a:pt x="326398" y="97892"/>
                  </a:moveTo>
                  <a:cubicBezTo>
                    <a:pt x="309835" y="102604"/>
                    <a:pt x="296761" y="115651"/>
                    <a:pt x="292041" y="132169"/>
                  </a:cubicBezTo>
                  <a:lnTo>
                    <a:pt x="62231" y="132169"/>
                  </a:lnTo>
                  <a:cubicBezTo>
                    <a:pt x="57511" y="115642"/>
                    <a:pt x="44437" y="102604"/>
                    <a:pt x="27874" y="97892"/>
                  </a:cubicBezTo>
                  <a:lnTo>
                    <a:pt x="27874" y="61251"/>
                  </a:lnTo>
                  <a:cubicBezTo>
                    <a:pt x="44437" y="56540"/>
                    <a:pt x="57511" y="43493"/>
                    <a:pt x="62231" y="26975"/>
                  </a:cubicBezTo>
                  <a:lnTo>
                    <a:pt x="292041" y="26975"/>
                  </a:lnTo>
                  <a:cubicBezTo>
                    <a:pt x="296761" y="43502"/>
                    <a:pt x="309835" y="56540"/>
                    <a:pt x="326398" y="61251"/>
                  </a:cubicBezTo>
                  <a:lnTo>
                    <a:pt x="326398" y="978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2" name="Google Shape;1522;p61"/>
            <p:cNvSpPr/>
            <p:nvPr/>
          </p:nvSpPr>
          <p:spPr>
            <a:xfrm>
              <a:off x="5874735" y="3878456"/>
              <a:ext cx="81950" cy="81949"/>
            </a:xfrm>
            <a:custGeom>
              <a:avLst/>
              <a:gdLst/>
              <a:ahLst/>
              <a:cxnLst/>
              <a:rect l="l" t="t" r="r" b="b"/>
              <a:pathLst>
                <a:path w="81950" h="81949" extrusionOk="0">
                  <a:moveTo>
                    <a:pt x="40975" y="0"/>
                  </a:moveTo>
                  <a:cubicBezTo>
                    <a:pt x="18379" y="0"/>
                    <a:pt x="0" y="18388"/>
                    <a:pt x="0" y="40975"/>
                  </a:cubicBezTo>
                  <a:cubicBezTo>
                    <a:pt x="0" y="63562"/>
                    <a:pt x="18379" y="81950"/>
                    <a:pt x="40975" y="81950"/>
                  </a:cubicBezTo>
                  <a:cubicBezTo>
                    <a:pt x="63571" y="81950"/>
                    <a:pt x="81950" y="63571"/>
                    <a:pt x="81950" y="40975"/>
                  </a:cubicBezTo>
                  <a:cubicBezTo>
                    <a:pt x="81950" y="18379"/>
                    <a:pt x="63571" y="0"/>
                    <a:pt x="40975" y="0"/>
                  </a:cubicBezTo>
                  <a:close/>
                  <a:moveTo>
                    <a:pt x="40975" y="54606"/>
                  </a:moveTo>
                  <a:cubicBezTo>
                    <a:pt x="33458" y="54606"/>
                    <a:pt x="27344" y="48492"/>
                    <a:pt x="27344" y="40975"/>
                  </a:cubicBezTo>
                  <a:cubicBezTo>
                    <a:pt x="27344" y="33458"/>
                    <a:pt x="33458" y="27344"/>
                    <a:pt x="40975" y="27344"/>
                  </a:cubicBezTo>
                  <a:cubicBezTo>
                    <a:pt x="48492" y="27344"/>
                    <a:pt x="54607" y="33458"/>
                    <a:pt x="54607" y="40975"/>
                  </a:cubicBezTo>
                  <a:cubicBezTo>
                    <a:pt x="54607" y="48492"/>
                    <a:pt x="48492" y="54606"/>
                    <a:pt x="40975" y="546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523" name="Google Shape;1523;p61"/>
          <p:cNvGrpSpPr/>
          <p:nvPr/>
        </p:nvGrpSpPr>
        <p:grpSpPr>
          <a:xfrm>
            <a:off x="5628166" y="3462469"/>
            <a:ext cx="372255" cy="460373"/>
            <a:chOff x="3892792" y="2978345"/>
            <a:chExt cx="372255" cy="460373"/>
          </a:xfrm>
        </p:grpSpPr>
        <p:sp>
          <p:nvSpPr>
            <p:cNvPr id="1524" name="Google Shape;1524;p61"/>
            <p:cNvSpPr/>
            <p:nvPr/>
          </p:nvSpPr>
          <p:spPr>
            <a:xfrm>
              <a:off x="3892792" y="2978345"/>
              <a:ext cx="372255" cy="460373"/>
            </a:xfrm>
            <a:custGeom>
              <a:avLst/>
              <a:gdLst/>
              <a:ahLst/>
              <a:cxnLst/>
              <a:rect l="l" t="t" r="r" b="b"/>
              <a:pathLst>
                <a:path w="372255" h="460373" extrusionOk="0">
                  <a:moveTo>
                    <a:pt x="358498" y="47656"/>
                  </a:moveTo>
                  <a:lnTo>
                    <a:pt x="321003" y="47656"/>
                  </a:lnTo>
                  <a:lnTo>
                    <a:pt x="321003" y="13757"/>
                  </a:lnTo>
                  <a:cubicBezTo>
                    <a:pt x="321003" y="6159"/>
                    <a:pt x="314843" y="0"/>
                    <a:pt x="307245" y="0"/>
                  </a:cubicBezTo>
                  <a:lnTo>
                    <a:pt x="13640" y="0"/>
                  </a:lnTo>
                  <a:cubicBezTo>
                    <a:pt x="6105" y="0"/>
                    <a:pt x="0" y="6159"/>
                    <a:pt x="0" y="13748"/>
                  </a:cubicBezTo>
                  <a:lnTo>
                    <a:pt x="0" y="398969"/>
                  </a:lnTo>
                  <a:cubicBezTo>
                    <a:pt x="0" y="406558"/>
                    <a:pt x="6105" y="412718"/>
                    <a:pt x="13640" y="412718"/>
                  </a:cubicBezTo>
                  <a:lnTo>
                    <a:pt x="51253" y="412718"/>
                  </a:lnTo>
                  <a:lnTo>
                    <a:pt x="51253" y="446616"/>
                  </a:lnTo>
                  <a:cubicBezTo>
                    <a:pt x="51253" y="454214"/>
                    <a:pt x="57412" y="460373"/>
                    <a:pt x="65010" y="460373"/>
                  </a:cubicBezTo>
                  <a:lnTo>
                    <a:pt x="358498" y="460373"/>
                  </a:lnTo>
                  <a:cubicBezTo>
                    <a:pt x="366105" y="460373"/>
                    <a:pt x="372255" y="454214"/>
                    <a:pt x="372255" y="446625"/>
                  </a:cubicBezTo>
                  <a:lnTo>
                    <a:pt x="372255" y="61404"/>
                  </a:lnTo>
                  <a:cubicBezTo>
                    <a:pt x="372255" y="53815"/>
                    <a:pt x="366096" y="47656"/>
                    <a:pt x="358498" y="47656"/>
                  </a:cubicBezTo>
                  <a:close/>
                  <a:moveTo>
                    <a:pt x="52152" y="60514"/>
                  </a:moveTo>
                  <a:lnTo>
                    <a:pt x="52152" y="384843"/>
                  </a:lnTo>
                  <a:lnTo>
                    <a:pt x="27874" y="384843"/>
                  </a:lnTo>
                  <a:lnTo>
                    <a:pt x="27874" y="26975"/>
                  </a:lnTo>
                  <a:lnTo>
                    <a:pt x="293128" y="26975"/>
                  </a:lnTo>
                  <a:lnTo>
                    <a:pt x="293128" y="46757"/>
                  </a:lnTo>
                  <a:lnTo>
                    <a:pt x="65909" y="46757"/>
                  </a:lnTo>
                  <a:cubicBezTo>
                    <a:pt x="58311" y="46757"/>
                    <a:pt x="52152" y="52916"/>
                    <a:pt x="52152" y="60514"/>
                  </a:cubicBezTo>
                  <a:close/>
                  <a:moveTo>
                    <a:pt x="345280" y="432499"/>
                  </a:moveTo>
                  <a:lnTo>
                    <a:pt x="79127" y="432499"/>
                  </a:lnTo>
                  <a:lnTo>
                    <a:pt x="79127" y="74631"/>
                  </a:lnTo>
                  <a:lnTo>
                    <a:pt x="345280" y="74631"/>
                  </a:lnTo>
                  <a:lnTo>
                    <a:pt x="345280" y="4324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5" name="Google Shape;1525;p61"/>
            <p:cNvSpPr/>
            <p:nvPr/>
          </p:nvSpPr>
          <p:spPr>
            <a:xfrm>
              <a:off x="4006278" y="3109443"/>
              <a:ext cx="159159" cy="159166"/>
            </a:xfrm>
            <a:custGeom>
              <a:avLst/>
              <a:gdLst/>
              <a:ahLst/>
              <a:cxnLst/>
              <a:rect l="l" t="t" r="r" b="b"/>
              <a:pathLst>
                <a:path w="159159" h="159166" extrusionOk="0">
                  <a:moveTo>
                    <a:pt x="145402" y="65819"/>
                  </a:moveTo>
                  <a:lnTo>
                    <a:pt x="93331" y="65819"/>
                  </a:lnTo>
                  <a:lnTo>
                    <a:pt x="93331" y="13757"/>
                  </a:lnTo>
                  <a:cubicBezTo>
                    <a:pt x="93331" y="6159"/>
                    <a:pt x="87163" y="0"/>
                    <a:pt x="79565" y="0"/>
                  </a:cubicBezTo>
                  <a:cubicBezTo>
                    <a:pt x="35164" y="0"/>
                    <a:pt x="-865" y="36569"/>
                    <a:pt x="16" y="81168"/>
                  </a:cubicBezTo>
                  <a:cubicBezTo>
                    <a:pt x="843" y="123105"/>
                    <a:pt x="34562" y="157507"/>
                    <a:pt x="76472" y="159108"/>
                  </a:cubicBezTo>
                  <a:cubicBezTo>
                    <a:pt x="121763" y="160834"/>
                    <a:pt x="159159" y="124490"/>
                    <a:pt x="159159" y="79576"/>
                  </a:cubicBezTo>
                  <a:cubicBezTo>
                    <a:pt x="159159" y="71987"/>
                    <a:pt x="153009" y="65819"/>
                    <a:pt x="145402" y="65819"/>
                  </a:cubicBezTo>
                  <a:close/>
                  <a:moveTo>
                    <a:pt x="80114" y="132016"/>
                  </a:moveTo>
                  <a:cubicBezTo>
                    <a:pt x="51403" y="132016"/>
                    <a:pt x="28052" y="108655"/>
                    <a:pt x="28052" y="79936"/>
                  </a:cubicBezTo>
                  <a:cubicBezTo>
                    <a:pt x="28052" y="56000"/>
                    <a:pt x="44300" y="35769"/>
                    <a:pt x="66356" y="29717"/>
                  </a:cubicBezTo>
                  <a:lnTo>
                    <a:pt x="66356" y="79936"/>
                  </a:lnTo>
                  <a:cubicBezTo>
                    <a:pt x="66356" y="87534"/>
                    <a:pt x="72516" y="93693"/>
                    <a:pt x="80114" y="93693"/>
                  </a:cubicBezTo>
                  <a:lnTo>
                    <a:pt x="130341" y="93693"/>
                  </a:lnTo>
                  <a:cubicBezTo>
                    <a:pt x="124299" y="115759"/>
                    <a:pt x="104076" y="132016"/>
                    <a:pt x="80114" y="132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6" name="Google Shape;1526;p61"/>
            <p:cNvSpPr/>
            <p:nvPr/>
          </p:nvSpPr>
          <p:spPr>
            <a:xfrm>
              <a:off x="4110399" y="3072038"/>
              <a:ext cx="93342" cy="93333"/>
            </a:xfrm>
            <a:custGeom>
              <a:avLst/>
              <a:gdLst/>
              <a:ahLst/>
              <a:cxnLst/>
              <a:rect l="l" t="t" r="r" b="b"/>
              <a:pathLst>
                <a:path w="93342" h="93333" extrusionOk="0">
                  <a:moveTo>
                    <a:pt x="13865" y="0"/>
                  </a:moveTo>
                  <a:cubicBezTo>
                    <a:pt x="6222" y="-9"/>
                    <a:pt x="0" y="6114"/>
                    <a:pt x="0" y="13757"/>
                  </a:cubicBezTo>
                  <a:lnTo>
                    <a:pt x="0" y="79576"/>
                  </a:lnTo>
                  <a:cubicBezTo>
                    <a:pt x="0" y="87174"/>
                    <a:pt x="6150" y="93334"/>
                    <a:pt x="13757" y="93334"/>
                  </a:cubicBezTo>
                  <a:lnTo>
                    <a:pt x="79585" y="93334"/>
                  </a:lnTo>
                  <a:cubicBezTo>
                    <a:pt x="87102" y="93334"/>
                    <a:pt x="93325" y="87309"/>
                    <a:pt x="93342" y="79792"/>
                  </a:cubicBezTo>
                  <a:cubicBezTo>
                    <a:pt x="93459" y="35499"/>
                    <a:pt x="57394" y="54"/>
                    <a:pt x="13865" y="0"/>
                  </a:cubicBezTo>
                  <a:close/>
                  <a:moveTo>
                    <a:pt x="26975" y="65459"/>
                  </a:moveTo>
                  <a:lnTo>
                    <a:pt x="26975" y="28998"/>
                  </a:lnTo>
                  <a:cubicBezTo>
                    <a:pt x="44653" y="33845"/>
                    <a:pt x="58590" y="47782"/>
                    <a:pt x="63445" y="65459"/>
                  </a:cubicBezTo>
                  <a:lnTo>
                    <a:pt x="26975" y="6545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7" name="Google Shape;1527;p61"/>
            <p:cNvSpPr/>
            <p:nvPr/>
          </p:nvSpPr>
          <p:spPr>
            <a:xfrm>
              <a:off x="3994309" y="3299347"/>
              <a:ext cx="218010" cy="27874"/>
            </a:xfrm>
            <a:custGeom>
              <a:avLst/>
              <a:gdLst/>
              <a:ahLst/>
              <a:cxnLst/>
              <a:rect l="l" t="t" r="r" b="b"/>
              <a:pathLst>
                <a:path w="218010" h="27874" extrusionOk="0">
                  <a:moveTo>
                    <a:pt x="217606" y="10502"/>
                  </a:moveTo>
                  <a:cubicBezTo>
                    <a:pt x="216140" y="4262"/>
                    <a:pt x="210331" y="0"/>
                    <a:pt x="203920" y="0"/>
                  </a:cubicBezTo>
                  <a:lnTo>
                    <a:pt x="13756" y="0"/>
                  </a:lnTo>
                  <a:cubicBezTo>
                    <a:pt x="5034" y="0"/>
                    <a:pt x="-1773" y="8209"/>
                    <a:pt x="412" y="17399"/>
                  </a:cubicBezTo>
                  <a:cubicBezTo>
                    <a:pt x="1896" y="23630"/>
                    <a:pt x="7686" y="27874"/>
                    <a:pt x="14088" y="27874"/>
                  </a:cubicBezTo>
                  <a:lnTo>
                    <a:pt x="204253" y="27874"/>
                  </a:lnTo>
                  <a:cubicBezTo>
                    <a:pt x="212948" y="27874"/>
                    <a:pt x="219773" y="19701"/>
                    <a:pt x="217606" y="105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8" name="Google Shape;1528;p61"/>
            <p:cNvSpPr/>
            <p:nvPr/>
          </p:nvSpPr>
          <p:spPr>
            <a:xfrm>
              <a:off x="3994308" y="3351499"/>
              <a:ext cx="218020" cy="27874"/>
            </a:xfrm>
            <a:custGeom>
              <a:avLst/>
              <a:gdLst/>
              <a:ahLst/>
              <a:cxnLst/>
              <a:rect l="l" t="t" r="r" b="b"/>
              <a:pathLst>
                <a:path w="218020" h="27874" extrusionOk="0">
                  <a:moveTo>
                    <a:pt x="217606" y="10502"/>
                  </a:moveTo>
                  <a:cubicBezTo>
                    <a:pt x="216141" y="4262"/>
                    <a:pt x="210332" y="0"/>
                    <a:pt x="203921" y="0"/>
                  </a:cubicBezTo>
                  <a:lnTo>
                    <a:pt x="13756" y="0"/>
                  </a:lnTo>
                  <a:cubicBezTo>
                    <a:pt x="4989" y="0"/>
                    <a:pt x="-1808" y="8290"/>
                    <a:pt x="431" y="17471"/>
                  </a:cubicBezTo>
                  <a:cubicBezTo>
                    <a:pt x="1941" y="23666"/>
                    <a:pt x="7723" y="27874"/>
                    <a:pt x="14098" y="27874"/>
                  </a:cubicBezTo>
                  <a:lnTo>
                    <a:pt x="204263" y="27874"/>
                  </a:lnTo>
                  <a:cubicBezTo>
                    <a:pt x="212958" y="27874"/>
                    <a:pt x="219782" y="19701"/>
                    <a:pt x="217615" y="105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529" name="Google Shape;1529;p61"/>
          <p:cNvGrpSpPr/>
          <p:nvPr/>
        </p:nvGrpSpPr>
        <p:grpSpPr>
          <a:xfrm>
            <a:off x="5584112" y="1761498"/>
            <a:ext cx="460369" cy="460362"/>
            <a:chOff x="7272202" y="2313857"/>
            <a:chExt cx="460369" cy="460362"/>
          </a:xfrm>
        </p:grpSpPr>
        <p:sp>
          <p:nvSpPr>
            <p:cNvPr id="1530" name="Google Shape;1530;p61"/>
            <p:cNvSpPr/>
            <p:nvPr/>
          </p:nvSpPr>
          <p:spPr>
            <a:xfrm>
              <a:off x="7272202" y="2313857"/>
              <a:ext cx="460369" cy="460362"/>
            </a:xfrm>
            <a:custGeom>
              <a:avLst/>
              <a:gdLst/>
              <a:ahLst/>
              <a:cxnLst/>
              <a:rect l="l" t="t" r="r" b="b"/>
              <a:pathLst>
                <a:path w="460369" h="460362" extrusionOk="0">
                  <a:moveTo>
                    <a:pt x="445520" y="21098"/>
                  </a:moveTo>
                  <a:lnTo>
                    <a:pt x="439262" y="14840"/>
                  </a:lnTo>
                  <a:cubicBezTo>
                    <a:pt x="419543" y="-4879"/>
                    <a:pt x="387299" y="-5014"/>
                    <a:pt x="367445" y="14840"/>
                  </a:cubicBezTo>
                  <a:lnTo>
                    <a:pt x="345488" y="36797"/>
                  </a:lnTo>
                  <a:cubicBezTo>
                    <a:pt x="336622" y="34307"/>
                    <a:pt x="326596" y="36555"/>
                    <a:pt x="319520" y="43640"/>
                  </a:cubicBezTo>
                  <a:lnTo>
                    <a:pt x="186092" y="177067"/>
                  </a:lnTo>
                  <a:cubicBezTo>
                    <a:pt x="173657" y="189503"/>
                    <a:pt x="174700" y="204609"/>
                    <a:pt x="174628" y="205004"/>
                  </a:cubicBezTo>
                  <a:lnTo>
                    <a:pt x="76277" y="303355"/>
                  </a:lnTo>
                  <a:cubicBezTo>
                    <a:pt x="66557" y="313066"/>
                    <a:pt x="63994" y="327255"/>
                    <a:pt x="68562" y="339349"/>
                  </a:cubicBezTo>
                  <a:lnTo>
                    <a:pt x="16366" y="376880"/>
                  </a:lnTo>
                  <a:cubicBezTo>
                    <a:pt x="13497" y="378939"/>
                    <a:pt x="11546" y="382032"/>
                    <a:pt x="10925" y="385494"/>
                  </a:cubicBezTo>
                  <a:cubicBezTo>
                    <a:pt x="-818" y="450027"/>
                    <a:pt x="189" y="444291"/>
                    <a:pt x="55" y="445595"/>
                  </a:cubicBezTo>
                  <a:cubicBezTo>
                    <a:pt x="-737" y="454478"/>
                    <a:pt x="7185" y="461870"/>
                    <a:pt x="16302" y="460098"/>
                  </a:cubicBezTo>
                  <a:lnTo>
                    <a:pt x="74865" y="449443"/>
                  </a:lnTo>
                  <a:cubicBezTo>
                    <a:pt x="78327" y="448814"/>
                    <a:pt x="81420" y="446871"/>
                    <a:pt x="83479" y="444003"/>
                  </a:cubicBezTo>
                  <a:lnTo>
                    <a:pt x="121001" y="391824"/>
                  </a:lnTo>
                  <a:cubicBezTo>
                    <a:pt x="132835" y="396329"/>
                    <a:pt x="147086" y="394009"/>
                    <a:pt x="157004" y="384092"/>
                  </a:cubicBezTo>
                  <a:lnTo>
                    <a:pt x="255346" y="285741"/>
                  </a:lnTo>
                  <a:cubicBezTo>
                    <a:pt x="256218" y="285579"/>
                    <a:pt x="271045" y="286523"/>
                    <a:pt x="283292" y="274276"/>
                  </a:cubicBezTo>
                  <a:lnTo>
                    <a:pt x="387614" y="169955"/>
                  </a:lnTo>
                  <a:cubicBezTo>
                    <a:pt x="392433" y="183074"/>
                    <a:pt x="389574" y="198396"/>
                    <a:pt x="379062" y="208907"/>
                  </a:cubicBezTo>
                  <a:lnTo>
                    <a:pt x="308127" y="279851"/>
                  </a:lnTo>
                  <a:cubicBezTo>
                    <a:pt x="302175" y="285804"/>
                    <a:pt x="303317" y="294660"/>
                    <a:pt x="308586" y="299543"/>
                  </a:cubicBezTo>
                  <a:cubicBezTo>
                    <a:pt x="313837" y="304407"/>
                    <a:pt x="322217" y="304273"/>
                    <a:pt x="327369" y="299102"/>
                  </a:cubicBezTo>
                  <a:lnTo>
                    <a:pt x="398314" y="228167"/>
                  </a:lnTo>
                  <a:cubicBezTo>
                    <a:pt x="419570" y="206902"/>
                    <a:pt x="422780" y="174316"/>
                    <a:pt x="407935" y="149643"/>
                  </a:cubicBezTo>
                  <a:lnTo>
                    <a:pt x="416720" y="140858"/>
                  </a:lnTo>
                  <a:cubicBezTo>
                    <a:pt x="423760" y="133817"/>
                    <a:pt x="426062" y="123792"/>
                    <a:pt x="423562" y="114890"/>
                  </a:cubicBezTo>
                  <a:lnTo>
                    <a:pt x="445520" y="92932"/>
                  </a:lnTo>
                  <a:cubicBezTo>
                    <a:pt x="465320" y="73142"/>
                    <a:pt x="465320" y="40916"/>
                    <a:pt x="445520" y="21116"/>
                  </a:cubicBezTo>
                  <a:close/>
                  <a:moveTo>
                    <a:pt x="64597" y="423646"/>
                  </a:moveTo>
                  <a:cubicBezTo>
                    <a:pt x="64597" y="423646"/>
                    <a:pt x="64696" y="423511"/>
                    <a:pt x="64732" y="423457"/>
                  </a:cubicBezTo>
                  <a:cubicBezTo>
                    <a:pt x="64714" y="423484"/>
                    <a:pt x="64669" y="423547"/>
                    <a:pt x="64597" y="423646"/>
                  </a:cubicBezTo>
                  <a:lnTo>
                    <a:pt x="64597" y="423646"/>
                  </a:lnTo>
                  <a:close/>
                  <a:moveTo>
                    <a:pt x="64741" y="423439"/>
                  </a:moveTo>
                  <a:cubicBezTo>
                    <a:pt x="64741" y="423439"/>
                    <a:pt x="64741" y="423430"/>
                    <a:pt x="64741" y="423439"/>
                  </a:cubicBezTo>
                  <a:lnTo>
                    <a:pt x="64741" y="423439"/>
                  </a:lnTo>
                  <a:close/>
                  <a:moveTo>
                    <a:pt x="64597" y="423646"/>
                  </a:moveTo>
                  <a:lnTo>
                    <a:pt x="54041" y="425570"/>
                  </a:lnTo>
                  <a:lnTo>
                    <a:pt x="66467" y="413135"/>
                  </a:lnTo>
                  <a:cubicBezTo>
                    <a:pt x="71781" y="407821"/>
                    <a:pt x="71781" y="399198"/>
                    <a:pt x="66467" y="393893"/>
                  </a:cubicBezTo>
                  <a:cubicBezTo>
                    <a:pt x="61162" y="388578"/>
                    <a:pt x="52539" y="388578"/>
                    <a:pt x="47225" y="393893"/>
                  </a:cubicBezTo>
                  <a:lnTo>
                    <a:pt x="34789" y="406319"/>
                  </a:lnTo>
                  <a:lnTo>
                    <a:pt x="36714" y="395763"/>
                  </a:lnTo>
                  <a:cubicBezTo>
                    <a:pt x="36714" y="395763"/>
                    <a:pt x="36786" y="395709"/>
                    <a:pt x="36812" y="395691"/>
                  </a:cubicBezTo>
                  <a:cubicBezTo>
                    <a:pt x="36282" y="396068"/>
                    <a:pt x="36111" y="396194"/>
                    <a:pt x="88308" y="358663"/>
                  </a:cubicBezTo>
                  <a:lnTo>
                    <a:pt x="101696" y="372052"/>
                  </a:lnTo>
                  <a:cubicBezTo>
                    <a:pt x="67699" y="419339"/>
                    <a:pt x="64606" y="423646"/>
                    <a:pt x="64606" y="423646"/>
                  </a:cubicBezTo>
                  <a:close/>
                  <a:moveTo>
                    <a:pt x="137771" y="364831"/>
                  </a:moveTo>
                  <a:cubicBezTo>
                    <a:pt x="135190" y="367421"/>
                    <a:pt x="130973" y="367466"/>
                    <a:pt x="128339" y="364831"/>
                  </a:cubicBezTo>
                  <a:cubicBezTo>
                    <a:pt x="94989" y="330654"/>
                    <a:pt x="93937" y="332255"/>
                    <a:pt x="93595" y="327813"/>
                  </a:cubicBezTo>
                  <a:cubicBezTo>
                    <a:pt x="93451" y="325942"/>
                    <a:pt x="94098" y="324018"/>
                    <a:pt x="95528" y="322589"/>
                  </a:cubicBezTo>
                  <a:lnTo>
                    <a:pt x="185849" y="232258"/>
                  </a:lnTo>
                  <a:cubicBezTo>
                    <a:pt x="186011" y="232438"/>
                    <a:pt x="227975" y="274402"/>
                    <a:pt x="228101" y="274510"/>
                  </a:cubicBezTo>
                  <a:lnTo>
                    <a:pt x="137762" y="364831"/>
                  </a:lnTo>
                  <a:close/>
                  <a:moveTo>
                    <a:pt x="264068" y="255007"/>
                  </a:moveTo>
                  <a:cubicBezTo>
                    <a:pt x="259384" y="259692"/>
                    <a:pt x="251777" y="259692"/>
                    <a:pt x="247092" y="255007"/>
                  </a:cubicBezTo>
                  <a:lnTo>
                    <a:pt x="205343" y="213259"/>
                  </a:lnTo>
                  <a:cubicBezTo>
                    <a:pt x="200659" y="208574"/>
                    <a:pt x="200659" y="200967"/>
                    <a:pt x="205343" y="196283"/>
                  </a:cubicBezTo>
                  <a:cubicBezTo>
                    <a:pt x="205127" y="196498"/>
                    <a:pt x="309422" y="92204"/>
                    <a:pt x="338366" y="63260"/>
                  </a:cubicBezTo>
                  <a:lnTo>
                    <a:pt x="397082" y="121975"/>
                  </a:lnTo>
                  <a:cubicBezTo>
                    <a:pt x="390554" y="128503"/>
                    <a:pt x="271189" y="247868"/>
                    <a:pt x="264059" y="254998"/>
                  </a:cubicBezTo>
                  <a:close/>
                  <a:moveTo>
                    <a:pt x="425909" y="73663"/>
                  </a:moveTo>
                  <a:lnTo>
                    <a:pt x="406406" y="93175"/>
                  </a:lnTo>
                  <a:lnTo>
                    <a:pt x="366807" y="53576"/>
                  </a:lnTo>
                  <a:lnTo>
                    <a:pt x="386310" y="34073"/>
                  </a:lnTo>
                  <a:lnTo>
                    <a:pt x="386310" y="34073"/>
                  </a:lnTo>
                  <a:cubicBezTo>
                    <a:pt x="395445" y="24928"/>
                    <a:pt x="410480" y="24892"/>
                    <a:pt x="419642" y="34073"/>
                  </a:cubicBezTo>
                  <a:lnTo>
                    <a:pt x="425909" y="40322"/>
                  </a:lnTo>
                  <a:cubicBezTo>
                    <a:pt x="435099" y="49520"/>
                    <a:pt x="435099" y="64474"/>
                    <a:pt x="425909" y="736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1" name="Google Shape;1531;p61"/>
            <p:cNvSpPr/>
            <p:nvPr/>
          </p:nvSpPr>
          <p:spPr>
            <a:xfrm>
              <a:off x="7309123" y="2709467"/>
              <a:ext cx="899" cy="899"/>
            </a:xfrm>
            <a:custGeom>
              <a:avLst/>
              <a:gdLst/>
              <a:ahLst/>
              <a:cxnLst/>
              <a:rect l="l" t="t" r="r" b="b"/>
              <a:pathLst>
                <a:path w="899" h="899" extrusionOk="0">
                  <a:moveTo>
                    <a:pt x="0" y="0"/>
                  </a:moveTo>
                  <a:cubicBezTo>
                    <a:pt x="0" y="0"/>
                    <a:pt x="0" y="0"/>
                    <a:pt x="0"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2" name="Google Shape;1532;p61"/>
            <p:cNvSpPr/>
            <p:nvPr/>
          </p:nvSpPr>
          <p:spPr>
            <a:xfrm>
              <a:off x="7309015" y="2709503"/>
              <a:ext cx="63" cy="45"/>
            </a:xfrm>
            <a:custGeom>
              <a:avLst/>
              <a:gdLst/>
              <a:ahLst/>
              <a:cxnLst/>
              <a:rect l="l" t="t" r="r" b="b"/>
              <a:pathLst>
                <a:path w="63" h="45" extrusionOk="0">
                  <a:moveTo>
                    <a:pt x="0" y="45"/>
                  </a:moveTo>
                  <a:cubicBezTo>
                    <a:pt x="0" y="45"/>
                    <a:pt x="45" y="9"/>
                    <a:pt x="63" y="0"/>
                  </a:cubicBezTo>
                  <a:cubicBezTo>
                    <a:pt x="45" y="9"/>
                    <a:pt x="27" y="27"/>
                    <a:pt x="0" y="4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3" name="Google Shape;1533;p61"/>
            <p:cNvSpPr/>
            <p:nvPr/>
          </p:nvSpPr>
          <p:spPr>
            <a:xfrm>
              <a:off x="7309069" y="2709467"/>
              <a:ext cx="54" cy="36"/>
            </a:xfrm>
            <a:custGeom>
              <a:avLst/>
              <a:gdLst/>
              <a:ahLst/>
              <a:cxnLst/>
              <a:rect l="l" t="t" r="r" b="b"/>
              <a:pathLst>
                <a:path w="54" h="36" extrusionOk="0">
                  <a:moveTo>
                    <a:pt x="0" y="36"/>
                  </a:moveTo>
                  <a:cubicBezTo>
                    <a:pt x="0" y="36"/>
                    <a:pt x="45" y="9"/>
                    <a:pt x="54" y="0"/>
                  </a:cubicBezTo>
                  <a:cubicBezTo>
                    <a:pt x="45" y="0"/>
                    <a:pt x="27" y="18"/>
                    <a:pt x="0" y="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
        <p:nvSpPr>
          <p:cNvPr id="1534" name="Google Shape;1534;p61"/>
          <p:cNvSpPr/>
          <p:nvPr/>
        </p:nvSpPr>
        <p:spPr>
          <a:xfrm>
            <a:off x="4341460" y="2634512"/>
            <a:ext cx="461183" cy="436860"/>
          </a:xfrm>
          <a:custGeom>
            <a:avLst/>
            <a:gdLst/>
            <a:ahLst/>
            <a:cxnLst/>
            <a:rect l="l" t="t" r="r" b="b"/>
            <a:pathLst>
              <a:path w="461183" h="436860" extrusionOk="0">
                <a:moveTo>
                  <a:pt x="446499" y="408986"/>
                </a:moveTo>
                <a:lnTo>
                  <a:pt x="322801" y="408986"/>
                </a:lnTo>
                <a:lnTo>
                  <a:pt x="322801" y="277843"/>
                </a:lnTo>
                <a:lnTo>
                  <a:pt x="395418" y="205298"/>
                </a:lnTo>
                <a:lnTo>
                  <a:pt x="424398" y="234251"/>
                </a:lnTo>
                <a:cubicBezTo>
                  <a:pt x="432374" y="242227"/>
                  <a:pt x="446095" y="237704"/>
                  <a:pt x="447740" y="226527"/>
                </a:cubicBezTo>
                <a:cubicBezTo>
                  <a:pt x="461812" y="130685"/>
                  <a:pt x="461111" y="135837"/>
                  <a:pt x="461174" y="134605"/>
                </a:cubicBezTo>
                <a:cubicBezTo>
                  <a:pt x="461426" y="129894"/>
                  <a:pt x="456741" y="121747"/>
                  <a:pt x="450177" y="120416"/>
                </a:cubicBezTo>
                <a:cubicBezTo>
                  <a:pt x="446625" y="119706"/>
                  <a:pt x="452731" y="119257"/>
                  <a:pt x="354712" y="133589"/>
                </a:cubicBezTo>
                <a:cubicBezTo>
                  <a:pt x="343545" y="135226"/>
                  <a:pt x="338986" y="148920"/>
                  <a:pt x="346980" y="156914"/>
                </a:cubicBezTo>
                <a:lnTo>
                  <a:pt x="375960" y="185867"/>
                </a:lnTo>
                <a:lnTo>
                  <a:pt x="306409" y="255345"/>
                </a:lnTo>
                <a:cubicBezTo>
                  <a:pt x="163523" y="181901"/>
                  <a:pt x="170833" y="184113"/>
                  <a:pt x="163873" y="185687"/>
                </a:cubicBezTo>
                <a:cubicBezTo>
                  <a:pt x="157903" y="187036"/>
                  <a:pt x="164008" y="184401"/>
                  <a:pt x="27874" y="294091"/>
                </a:cubicBezTo>
                <a:lnTo>
                  <a:pt x="27874" y="13748"/>
                </a:lnTo>
                <a:cubicBezTo>
                  <a:pt x="27874" y="13748"/>
                  <a:pt x="21688" y="0"/>
                  <a:pt x="14090" y="0"/>
                </a:cubicBezTo>
                <a:cubicBezTo>
                  <a:pt x="6501" y="0"/>
                  <a:pt x="342" y="6150"/>
                  <a:pt x="0" y="13748"/>
                </a:cubicBezTo>
                <a:lnTo>
                  <a:pt x="0" y="423013"/>
                </a:lnTo>
                <a:cubicBezTo>
                  <a:pt x="351" y="430602"/>
                  <a:pt x="6501" y="436761"/>
                  <a:pt x="14099" y="436860"/>
                </a:cubicBezTo>
                <a:lnTo>
                  <a:pt x="446508" y="436860"/>
                </a:lnTo>
                <a:cubicBezTo>
                  <a:pt x="454097" y="436761"/>
                  <a:pt x="460257" y="430602"/>
                  <a:pt x="460257" y="423013"/>
                </a:cubicBezTo>
                <a:cubicBezTo>
                  <a:pt x="460257" y="415424"/>
                  <a:pt x="446508" y="408986"/>
                  <a:pt x="446508" y="408986"/>
                </a:cubicBezTo>
                <a:close/>
                <a:moveTo>
                  <a:pt x="152858" y="408986"/>
                </a:moveTo>
                <a:lnTo>
                  <a:pt x="27874" y="408986"/>
                </a:lnTo>
                <a:lnTo>
                  <a:pt x="27874" y="329482"/>
                </a:lnTo>
                <a:lnTo>
                  <a:pt x="152858" y="227930"/>
                </a:lnTo>
                <a:lnTo>
                  <a:pt x="152858" y="408986"/>
                </a:lnTo>
                <a:close/>
                <a:moveTo>
                  <a:pt x="294927" y="408986"/>
                </a:moveTo>
                <a:lnTo>
                  <a:pt x="180733" y="408986"/>
                </a:lnTo>
                <a:lnTo>
                  <a:pt x="180733" y="221609"/>
                </a:lnTo>
                <a:lnTo>
                  <a:pt x="294927" y="280531"/>
                </a:lnTo>
                <a:lnTo>
                  <a:pt x="294927" y="408986"/>
                </a:lnTo>
                <a:lnTo>
                  <a:pt x="294927" y="4089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7B879D"/>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9">
          <a:extLst>
            <a:ext uri="{FF2B5EF4-FFF2-40B4-BE49-F238E27FC236}">
              <a16:creationId xmlns:a16="http://schemas.microsoft.com/office/drawing/2014/main" id="{F6B1CB9A-6157-03CE-B8FE-629585F30F60}"/>
            </a:ext>
          </a:extLst>
        </p:cNvPr>
        <p:cNvGrpSpPr/>
        <p:nvPr/>
      </p:nvGrpSpPr>
      <p:grpSpPr>
        <a:xfrm>
          <a:off x="0" y="0"/>
          <a:ext cx="0" cy="0"/>
          <a:chOff x="0" y="0"/>
          <a:chExt cx="0" cy="0"/>
        </a:xfrm>
      </p:grpSpPr>
      <p:sp>
        <p:nvSpPr>
          <p:cNvPr id="1500" name="Google Shape;1500;p61">
            <a:extLst>
              <a:ext uri="{FF2B5EF4-FFF2-40B4-BE49-F238E27FC236}">
                <a16:creationId xmlns:a16="http://schemas.microsoft.com/office/drawing/2014/main" id="{97C36520-F820-46F4-4A0D-588613DB3E05}"/>
              </a:ext>
            </a:extLst>
          </p:cNvPr>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ctr">
              <a:spcBef>
                <a:spcPts val="0"/>
              </a:spcBef>
              <a:spcAft>
                <a:spcPts val="0"/>
              </a:spcAft>
              <a:buNone/>
            </a:pPr>
            <a:r>
              <a:rPr lang="en"/>
              <a:t>Recommendations</a:t>
            </a:r>
            <a:endParaRPr lang="en-US"/>
          </a:p>
        </p:txBody>
      </p:sp>
      <p:sp>
        <p:nvSpPr>
          <p:cNvPr id="1501" name="Google Shape;1501;p61">
            <a:extLst>
              <a:ext uri="{FF2B5EF4-FFF2-40B4-BE49-F238E27FC236}">
                <a16:creationId xmlns:a16="http://schemas.microsoft.com/office/drawing/2014/main" id="{9E7DAE87-D468-063D-4D84-A68F70404E1E}"/>
              </a:ext>
            </a:extLst>
          </p:cNvPr>
          <p:cNvSpPr txBox="1"/>
          <p:nvPr/>
        </p:nvSpPr>
        <p:spPr>
          <a:xfrm>
            <a:off x="366555" y="1758770"/>
            <a:ext cx="2503437" cy="819402"/>
          </a:xfrm>
          <a:prstGeom prst="rect">
            <a:avLst/>
          </a:prstGeom>
          <a:noFill/>
          <a:ln>
            <a:noFill/>
          </a:ln>
        </p:spPr>
        <p:txBody>
          <a:bodyPr spcFirstLastPara="1" wrap="square" lIns="91425" tIns="91425" rIns="91425" bIns="91425" anchor="t" anchorCtr="0">
            <a:noAutofit/>
          </a:bodyPr>
          <a:lstStyle/>
          <a:p>
            <a:pPr lvl="0" algn="r"/>
            <a:r>
              <a:rPr lang="en-US" b="1"/>
              <a:t> </a:t>
            </a:r>
            <a:endParaRPr sz="1200">
              <a:solidFill>
                <a:schemeClr val="dk1"/>
              </a:solidFill>
              <a:latin typeface="Maven Pro"/>
              <a:ea typeface="Maven Pro"/>
              <a:cs typeface="Maven Pro"/>
              <a:sym typeface="Maven Pro"/>
            </a:endParaRPr>
          </a:p>
        </p:txBody>
      </p:sp>
      <p:sp>
        <p:nvSpPr>
          <p:cNvPr id="1502" name="Google Shape;1502;p61">
            <a:extLst>
              <a:ext uri="{FF2B5EF4-FFF2-40B4-BE49-F238E27FC236}">
                <a16:creationId xmlns:a16="http://schemas.microsoft.com/office/drawing/2014/main" id="{9F06CB6F-7212-3C5F-B5D5-10D60F1381A6}"/>
              </a:ext>
            </a:extLst>
          </p:cNvPr>
          <p:cNvSpPr txBox="1"/>
          <p:nvPr/>
        </p:nvSpPr>
        <p:spPr>
          <a:xfrm>
            <a:off x="6273996" y="1746950"/>
            <a:ext cx="2352475" cy="949836"/>
          </a:xfrm>
          <a:prstGeom prst="rect">
            <a:avLst/>
          </a:prstGeom>
          <a:noFill/>
          <a:ln>
            <a:noFill/>
          </a:ln>
        </p:spPr>
        <p:txBody>
          <a:bodyPr spcFirstLastPara="1" wrap="square" lIns="91425" tIns="91425" rIns="91425" bIns="91425" anchor="t" anchorCtr="0">
            <a:noAutofit/>
          </a:bodyPr>
          <a:lstStyle/>
          <a:p>
            <a:pPr marL="171450" indent="-171450">
              <a:buFont typeface="Arial,Sans-Serif"/>
              <a:buChar char="•"/>
            </a:pPr>
            <a:r>
              <a:rPr lang="en" sz="1200">
                <a:solidFill>
                  <a:srgbClr val="00094A"/>
                </a:solidFill>
                <a:latin typeface="Maven Pro"/>
              </a:rPr>
              <a:t>Tiered Loyalty Benefits</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Referral Incentives</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Annual Appreciation Credit</a:t>
            </a:r>
            <a:r>
              <a:rPr lang="en-US" b="1"/>
              <a:t> </a:t>
            </a:r>
            <a:endParaRPr lang="en-US"/>
          </a:p>
        </p:txBody>
      </p:sp>
      <p:sp>
        <p:nvSpPr>
          <p:cNvPr id="1503" name="Google Shape;1503;p61">
            <a:extLst>
              <a:ext uri="{FF2B5EF4-FFF2-40B4-BE49-F238E27FC236}">
                <a16:creationId xmlns:a16="http://schemas.microsoft.com/office/drawing/2014/main" id="{01E3209C-0670-443B-9D59-B8BF240FA6D4}"/>
              </a:ext>
            </a:extLst>
          </p:cNvPr>
          <p:cNvSpPr txBox="1"/>
          <p:nvPr/>
        </p:nvSpPr>
        <p:spPr>
          <a:xfrm>
            <a:off x="291074" y="1296550"/>
            <a:ext cx="2514220" cy="564645"/>
          </a:xfrm>
          <a:prstGeom prst="rect">
            <a:avLst/>
          </a:prstGeom>
          <a:noFill/>
          <a:ln>
            <a:noFill/>
          </a:ln>
        </p:spPr>
        <p:txBody>
          <a:bodyPr spcFirstLastPara="1" wrap="square" lIns="91425" tIns="91425" rIns="91425" bIns="91425" anchor="b" anchorCtr="0">
            <a:noAutofit/>
          </a:bodyPr>
          <a:lstStyle/>
          <a:p>
            <a:pPr algn="r"/>
            <a:r>
              <a:rPr lang="en" sz="2000" b="1">
                <a:solidFill>
                  <a:schemeClr val="lt1"/>
                </a:solidFill>
                <a:latin typeface="Montserrat"/>
                <a:ea typeface="Montserrat"/>
                <a:cs typeface="Montserrat"/>
                <a:sym typeface="Montserrat"/>
              </a:rPr>
              <a:t>Segment 1</a:t>
            </a:r>
            <a:endParaRPr lang="en" sz="2000">
              <a:solidFill>
                <a:schemeClr val="lt1"/>
              </a:solidFill>
              <a:latin typeface="Montserrat"/>
              <a:ea typeface="Montserrat"/>
              <a:cs typeface="Montserrat"/>
            </a:endParaRPr>
          </a:p>
        </p:txBody>
      </p:sp>
      <p:sp>
        <p:nvSpPr>
          <p:cNvPr id="1504" name="Google Shape;1504;p61">
            <a:extLst>
              <a:ext uri="{FF2B5EF4-FFF2-40B4-BE49-F238E27FC236}">
                <a16:creationId xmlns:a16="http://schemas.microsoft.com/office/drawing/2014/main" id="{7F78220F-D646-1B74-A018-6A17AC262966}"/>
              </a:ext>
            </a:extLst>
          </p:cNvPr>
          <p:cNvSpPr txBox="1"/>
          <p:nvPr/>
        </p:nvSpPr>
        <p:spPr>
          <a:xfrm>
            <a:off x="6274008" y="1113239"/>
            <a:ext cx="2255428" cy="747956"/>
          </a:xfrm>
          <a:prstGeom prst="rect">
            <a:avLst/>
          </a:prstGeom>
          <a:noFill/>
          <a:ln>
            <a:noFill/>
          </a:ln>
        </p:spPr>
        <p:txBody>
          <a:bodyPr spcFirstLastPara="1" wrap="square" lIns="91425" tIns="91425" rIns="91425" bIns="91425" anchor="b" anchorCtr="0">
            <a:noAutofit/>
          </a:bodyPr>
          <a:lstStyle/>
          <a:p>
            <a:r>
              <a:rPr lang="en" sz="2000" b="1">
                <a:solidFill>
                  <a:schemeClr val="lt1"/>
                </a:solidFill>
                <a:latin typeface="Montserrat"/>
              </a:rPr>
              <a:t>Segment 3</a:t>
            </a:r>
          </a:p>
        </p:txBody>
      </p:sp>
      <p:sp>
        <p:nvSpPr>
          <p:cNvPr id="1505" name="Google Shape;1505;p61">
            <a:extLst>
              <a:ext uri="{FF2B5EF4-FFF2-40B4-BE49-F238E27FC236}">
                <a16:creationId xmlns:a16="http://schemas.microsoft.com/office/drawing/2014/main" id="{DD1B9019-B8B7-99D5-F0F3-DFD9CDA1CA1D}"/>
              </a:ext>
            </a:extLst>
          </p:cNvPr>
          <p:cNvSpPr txBox="1"/>
          <p:nvPr/>
        </p:nvSpPr>
        <p:spPr>
          <a:xfrm>
            <a:off x="528299" y="3374189"/>
            <a:ext cx="2555643" cy="1078194"/>
          </a:xfrm>
          <a:prstGeom prst="rect">
            <a:avLst/>
          </a:prstGeom>
          <a:noFill/>
          <a:ln>
            <a:noFill/>
          </a:ln>
        </p:spPr>
        <p:txBody>
          <a:bodyPr spcFirstLastPara="1" wrap="square" lIns="91425" tIns="91425" rIns="91425" bIns="91425" anchor="t" anchorCtr="0">
            <a:noAutofit/>
          </a:bodyPr>
          <a:lstStyle/>
          <a:p>
            <a:pPr marL="171450" indent="-171450">
              <a:buFont typeface="Arial,Sans-Serif"/>
              <a:buChar char="•"/>
            </a:pPr>
            <a:r>
              <a:rPr lang="en" sz="1200">
                <a:solidFill>
                  <a:srgbClr val="00094A"/>
                </a:solidFill>
                <a:latin typeface="Maven Pro"/>
              </a:rPr>
              <a:t>Introductory Contract Discounts</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Bundle Upgrade Offers</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Behavior Triggered Outreach</a:t>
            </a:r>
            <a:endParaRPr lang="en-US"/>
          </a:p>
        </p:txBody>
      </p:sp>
      <p:sp>
        <p:nvSpPr>
          <p:cNvPr id="1506" name="Google Shape;1506;p61">
            <a:extLst>
              <a:ext uri="{FF2B5EF4-FFF2-40B4-BE49-F238E27FC236}">
                <a16:creationId xmlns:a16="http://schemas.microsoft.com/office/drawing/2014/main" id="{7C8F1EC4-BC33-2E86-A97E-9213C80F7F36}"/>
              </a:ext>
            </a:extLst>
          </p:cNvPr>
          <p:cNvSpPr txBox="1"/>
          <p:nvPr/>
        </p:nvSpPr>
        <p:spPr>
          <a:xfrm>
            <a:off x="6338694" y="3374189"/>
            <a:ext cx="2352474" cy="991930"/>
          </a:xfrm>
          <a:prstGeom prst="rect">
            <a:avLst/>
          </a:prstGeom>
          <a:noFill/>
          <a:ln>
            <a:noFill/>
          </a:ln>
        </p:spPr>
        <p:txBody>
          <a:bodyPr spcFirstLastPara="1" wrap="square" lIns="91425" tIns="91425" rIns="91425" bIns="91425" anchor="t" anchorCtr="0">
            <a:noAutofit/>
          </a:bodyPr>
          <a:lstStyle/>
          <a:p>
            <a:pPr marL="171450" indent="-171450">
              <a:buFont typeface="Arial,Sans-Serif"/>
              <a:buChar char="•"/>
            </a:pPr>
            <a:r>
              <a:rPr lang="en" sz="1200">
                <a:solidFill>
                  <a:srgbClr val="00094A"/>
                </a:solidFill>
                <a:latin typeface="Maven Pro"/>
              </a:rPr>
              <a:t>Advance Communication</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Priority Support Access</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Stability Guarantee</a:t>
            </a:r>
            <a:endParaRPr lang="en-US"/>
          </a:p>
        </p:txBody>
      </p:sp>
      <p:sp>
        <p:nvSpPr>
          <p:cNvPr id="1507" name="Google Shape;1507;p61">
            <a:extLst>
              <a:ext uri="{FF2B5EF4-FFF2-40B4-BE49-F238E27FC236}">
                <a16:creationId xmlns:a16="http://schemas.microsoft.com/office/drawing/2014/main" id="{1ECB4FFB-4191-8B77-7504-EFF775B1F759}"/>
              </a:ext>
            </a:extLst>
          </p:cNvPr>
          <p:cNvSpPr txBox="1"/>
          <p:nvPr/>
        </p:nvSpPr>
        <p:spPr>
          <a:xfrm>
            <a:off x="625347" y="2847270"/>
            <a:ext cx="2244645" cy="672475"/>
          </a:xfrm>
          <a:prstGeom prst="rect">
            <a:avLst/>
          </a:prstGeom>
          <a:noFill/>
          <a:ln>
            <a:noFill/>
          </a:ln>
        </p:spPr>
        <p:txBody>
          <a:bodyPr spcFirstLastPara="1" wrap="square" lIns="91425" tIns="91425" rIns="91425" bIns="91425" anchor="b" anchorCtr="0">
            <a:noAutofit/>
          </a:bodyPr>
          <a:lstStyle/>
          <a:p>
            <a:pPr algn="r"/>
            <a:r>
              <a:rPr lang="en" sz="2000" b="1">
                <a:solidFill>
                  <a:schemeClr val="lt1"/>
                </a:solidFill>
                <a:latin typeface="Montserrat"/>
              </a:rPr>
              <a:t>Segment 2</a:t>
            </a:r>
            <a:endParaRPr lang="en-US" sz="2000"/>
          </a:p>
        </p:txBody>
      </p:sp>
      <p:sp>
        <p:nvSpPr>
          <p:cNvPr id="1508" name="Google Shape;1508;p61">
            <a:extLst>
              <a:ext uri="{FF2B5EF4-FFF2-40B4-BE49-F238E27FC236}">
                <a16:creationId xmlns:a16="http://schemas.microsoft.com/office/drawing/2014/main" id="{BF85AF7A-43EA-7BEC-4262-EE1224DD5EC4}"/>
              </a:ext>
            </a:extLst>
          </p:cNvPr>
          <p:cNvSpPr txBox="1"/>
          <p:nvPr/>
        </p:nvSpPr>
        <p:spPr>
          <a:xfrm>
            <a:off x="6274008" y="2847270"/>
            <a:ext cx="2244645" cy="661692"/>
          </a:xfrm>
          <a:prstGeom prst="rect">
            <a:avLst/>
          </a:prstGeom>
          <a:noFill/>
          <a:ln>
            <a:noFill/>
          </a:ln>
        </p:spPr>
        <p:txBody>
          <a:bodyPr spcFirstLastPara="1" wrap="square" lIns="91425" tIns="91425" rIns="91425" bIns="91425" anchor="b" anchorCtr="0">
            <a:noAutofit/>
          </a:bodyPr>
          <a:lstStyle/>
          <a:p>
            <a:r>
              <a:rPr lang="en" sz="2000" b="1">
                <a:solidFill>
                  <a:schemeClr val="lt1"/>
                </a:solidFill>
                <a:latin typeface="Montserrat"/>
              </a:rPr>
              <a:t>Segment 4</a:t>
            </a:r>
          </a:p>
        </p:txBody>
      </p:sp>
      <p:sp>
        <p:nvSpPr>
          <p:cNvPr id="1509" name="Google Shape;1509;p61">
            <a:extLst>
              <a:ext uri="{FF2B5EF4-FFF2-40B4-BE49-F238E27FC236}">
                <a16:creationId xmlns:a16="http://schemas.microsoft.com/office/drawing/2014/main" id="{4BE5A4C2-3ECA-0E1D-DD71-6EDD52B213FF}"/>
              </a:ext>
            </a:extLst>
          </p:cNvPr>
          <p:cNvSpPr/>
          <p:nvPr/>
        </p:nvSpPr>
        <p:spPr>
          <a:xfrm>
            <a:off x="2881450" y="1552163"/>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0" name="Google Shape;1510;p61">
            <a:extLst>
              <a:ext uri="{FF2B5EF4-FFF2-40B4-BE49-F238E27FC236}">
                <a16:creationId xmlns:a16="http://schemas.microsoft.com/office/drawing/2014/main" id="{E9AF7E9F-E4F1-42EC-C7AE-877C07F808D4}"/>
              </a:ext>
            </a:extLst>
          </p:cNvPr>
          <p:cNvSpPr/>
          <p:nvPr/>
        </p:nvSpPr>
        <p:spPr>
          <a:xfrm>
            <a:off x="5383550" y="1552163"/>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1" name="Google Shape;1511;p61">
            <a:extLst>
              <a:ext uri="{FF2B5EF4-FFF2-40B4-BE49-F238E27FC236}">
                <a16:creationId xmlns:a16="http://schemas.microsoft.com/office/drawing/2014/main" id="{2B717444-7709-BB34-2789-959B517541CA}"/>
              </a:ext>
            </a:extLst>
          </p:cNvPr>
          <p:cNvSpPr/>
          <p:nvPr/>
        </p:nvSpPr>
        <p:spPr>
          <a:xfrm>
            <a:off x="2881450" y="3253156"/>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2" name="Google Shape;1512;p61">
            <a:extLst>
              <a:ext uri="{FF2B5EF4-FFF2-40B4-BE49-F238E27FC236}">
                <a16:creationId xmlns:a16="http://schemas.microsoft.com/office/drawing/2014/main" id="{23D6BD92-0682-F592-F783-21464681D699}"/>
              </a:ext>
            </a:extLst>
          </p:cNvPr>
          <p:cNvSpPr/>
          <p:nvPr/>
        </p:nvSpPr>
        <p:spPr>
          <a:xfrm>
            <a:off x="5383550" y="3253156"/>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13" name="Google Shape;1513;p61">
            <a:extLst>
              <a:ext uri="{FF2B5EF4-FFF2-40B4-BE49-F238E27FC236}">
                <a16:creationId xmlns:a16="http://schemas.microsoft.com/office/drawing/2014/main" id="{DC6F1895-E01E-FA2C-7DF0-EDDE59D900CA}"/>
              </a:ext>
            </a:extLst>
          </p:cNvPr>
          <p:cNvSpPr/>
          <p:nvPr/>
        </p:nvSpPr>
        <p:spPr>
          <a:xfrm>
            <a:off x="4132500" y="2413400"/>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514" name="Google Shape;1514;p61">
            <a:extLst>
              <a:ext uri="{FF2B5EF4-FFF2-40B4-BE49-F238E27FC236}">
                <a16:creationId xmlns:a16="http://schemas.microsoft.com/office/drawing/2014/main" id="{2CB88E60-E7AB-409D-B7D8-3C0318FA3736}"/>
              </a:ext>
            </a:extLst>
          </p:cNvPr>
          <p:cNvCxnSpPr>
            <a:stCxn id="1509" idx="3"/>
            <a:endCxn id="1513" idx="0"/>
          </p:cNvCxnSpPr>
          <p:nvPr/>
        </p:nvCxnSpPr>
        <p:spPr>
          <a:xfrm>
            <a:off x="3760450" y="1991663"/>
            <a:ext cx="811500" cy="421800"/>
          </a:xfrm>
          <a:prstGeom prst="bentConnector2">
            <a:avLst/>
          </a:prstGeom>
          <a:noFill/>
          <a:ln w="9525" cap="flat" cmpd="sng">
            <a:solidFill>
              <a:schemeClr val="lt2"/>
            </a:solidFill>
            <a:prstDash val="solid"/>
            <a:round/>
            <a:headEnd type="none" w="med" len="med"/>
            <a:tailEnd type="none" w="med" len="med"/>
          </a:ln>
        </p:spPr>
      </p:cxnSp>
      <p:cxnSp>
        <p:nvCxnSpPr>
          <p:cNvPr id="1515" name="Google Shape;1515;p61">
            <a:extLst>
              <a:ext uri="{FF2B5EF4-FFF2-40B4-BE49-F238E27FC236}">
                <a16:creationId xmlns:a16="http://schemas.microsoft.com/office/drawing/2014/main" id="{8A04A2A6-0947-1FDE-9003-E792DD4F198C}"/>
              </a:ext>
            </a:extLst>
          </p:cNvPr>
          <p:cNvCxnSpPr>
            <a:stCxn id="1510" idx="1"/>
            <a:endCxn id="1513" idx="0"/>
          </p:cNvCxnSpPr>
          <p:nvPr/>
        </p:nvCxnSpPr>
        <p:spPr>
          <a:xfrm flipH="1">
            <a:off x="4572050" y="1991663"/>
            <a:ext cx="811500" cy="421800"/>
          </a:xfrm>
          <a:prstGeom prst="bentConnector2">
            <a:avLst/>
          </a:prstGeom>
          <a:noFill/>
          <a:ln w="9525" cap="flat" cmpd="sng">
            <a:solidFill>
              <a:schemeClr val="lt2"/>
            </a:solidFill>
            <a:prstDash val="solid"/>
            <a:round/>
            <a:headEnd type="none" w="med" len="med"/>
            <a:tailEnd type="none" w="med" len="med"/>
          </a:ln>
        </p:spPr>
      </p:cxnSp>
      <p:cxnSp>
        <p:nvCxnSpPr>
          <p:cNvPr id="1516" name="Google Shape;1516;p61">
            <a:extLst>
              <a:ext uri="{FF2B5EF4-FFF2-40B4-BE49-F238E27FC236}">
                <a16:creationId xmlns:a16="http://schemas.microsoft.com/office/drawing/2014/main" id="{B4345587-7B2D-9D48-6CCD-EFEB8DE1F381}"/>
              </a:ext>
            </a:extLst>
          </p:cNvPr>
          <p:cNvCxnSpPr>
            <a:stCxn id="1511" idx="3"/>
            <a:endCxn id="1513" idx="2"/>
          </p:cNvCxnSpPr>
          <p:nvPr/>
        </p:nvCxnSpPr>
        <p:spPr>
          <a:xfrm rot="10800000" flipH="1">
            <a:off x="3760450" y="3292456"/>
            <a:ext cx="811500" cy="400200"/>
          </a:xfrm>
          <a:prstGeom prst="bentConnector2">
            <a:avLst/>
          </a:prstGeom>
          <a:noFill/>
          <a:ln w="9525" cap="flat" cmpd="sng">
            <a:solidFill>
              <a:schemeClr val="lt2"/>
            </a:solidFill>
            <a:prstDash val="solid"/>
            <a:round/>
            <a:headEnd type="none" w="med" len="med"/>
            <a:tailEnd type="none" w="med" len="med"/>
          </a:ln>
        </p:spPr>
      </p:cxnSp>
      <p:cxnSp>
        <p:nvCxnSpPr>
          <p:cNvPr id="1517" name="Google Shape;1517;p61">
            <a:extLst>
              <a:ext uri="{FF2B5EF4-FFF2-40B4-BE49-F238E27FC236}">
                <a16:creationId xmlns:a16="http://schemas.microsoft.com/office/drawing/2014/main" id="{C8DE1183-CD7E-6240-78B1-3C318A21F22E}"/>
              </a:ext>
            </a:extLst>
          </p:cNvPr>
          <p:cNvCxnSpPr>
            <a:stCxn id="1513" idx="2"/>
            <a:endCxn id="1512" idx="1"/>
          </p:cNvCxnSpPr>
          <p:nvPr/>
        </p:nvCxnSpPr>
        <p:spPr>
          <a:xfrm rot="-5400000" flipH="1">
            <a:off x="4777650" y="3086750"/>
            <a:ext cx="400200" cy="811500"/>
          </a:xfrm>
          <a:prstGeom prst="bentConnector2">
            <a:avLst/>
          </a:prstGeom>
          <a:noFill/>
          <a:ln w="9525" cap="flat" cmpd="sng">
            <a:solidFill>
              <a:schemeClr val="lt2"/>
            </a:solidFill>
            <a:prstDash val="solid"/>
            <a:round/>
            <a:headEnd type="none" w="med" len="med"/>
            <a:tailEnd type="none" w="med" len="med"/>
          </a:ln>
        </p:spPr>
      </p:cxnSp>
      <p:sp>
        <p:nvSpPr>
          <p:cNvPr id="1518" name="Google Shape;1518;p61">
            <a:extLst>
              <a:ext uri="{FF2B5EF4-FFF2-40B4-BE49-F238E27FC236}">
                <a16:creationId xmlns:a16="http://schemas.microsoft.com/office/drawing/2014/main" id="{BE49A503-69AF-8E77-D9A8-756C170FD736}"/>
              </a:ext>
            </a:extLst>
          </p:cNvPr>
          <p:cNvSpPr/>
          <p:nvPr/>
        </p:nvSpPr>
        <p:spPr>
          <a:xfrm>
            <a:off x="3084069" y="3510351"/>
            <a:ext cx="460132" cy="364621"/>
          </a:xfrm>
          <a:custGeom>
            <a:avLst/>
            <a:gdLst/>
            <a:ahLst/>
            <a:cxnLst/>
            <a:rect l="l" t="t" r="r" b="b"/>
            <a:pathLst>
              <a:path w="460132" h="364621" extrusionOk="0">
                <a:moveTo>
                  <a:pt x="446445" y="0"/>
                </a:moveTo>
                <a:cubicBezTo>
                  <a:pt x="427482" y="0"/>
                  <a:pt x="59921" y="0"/>
                  <a:pt x="43718" y="0"/>
                </a:cubicBezTo>
                <a:cubicBezTo>
                  <a:pt x="19611" y="0"/>
                  <a:pt x="0" y="19611"/>
                  <a:pt x="0" y="43718"/>
                </a:cubicBezTo>
                <a:cubicBezTo>
                  <a:pt x="0" y="67824"/>
                  <a:pt x="19611" y="87435"/>
                  <a:pt x="43718" y="87435"/>
                </a:cubicBezTo>
                <a:cubicBezTo>
                  <a:pt x="43807" y="87399"/>
                  <a:pt x="61018" y="89108"/>
                  <a:pt x="60838" y="73606"/>
                </a:cubicBezTo>
                <a:cubicBezTo>
                  <a:pt x="60757" y="66170"/>
                  <a:pt x="54579" y="60235"/>
                  <a:pt x="47152" y="60235"/>
                </a:cubicBezTo>
                <a:lnTo>
                  <a:pt x="44203" y="60235"/>
                </a:lnTo>
                <a:cubicBezTo>
                  <a:pt x="35544" y="60235"/>
                  <a:pt x="28027" y="53770"/>
                  <a:pt x="27245" y="45147"/>
                </a:cubicBezTo>
                <a:cubicBezTo>
                  <a:pt x="26355" y="35283"/>
                  <a:pt x="34123" y="26966"/>
                  <a:pt x="43807" y="26966"/>
                </a:cubicBezTo>
                <a:lnTo>
                  <a:pt x="86842" y="26966"/>
                </a:lnTo>
                <a:cubicBezTo>
                  <a:pt x="105823" y="152400"/>
                  <a:pt x="92578" y="64578"/>
                  <a:pt x="116946" y="225862"/>
                </a:cubicBezTo>
                <a:lnTo>
                  <a:pt x="105814" y="275909"/>
                </a:lnTo>
                <a:cubicBezTo>
                  <a:pt x="102973" y="288696"/>
                  <a:pt x="106039" y="301886"/>
                  <a:pt x="114239" y="312110"/>
                </a:cubicBezTo>
                <a:cubicBezTo>
                  <a:pt x="130757" y="332719"/>
                  <a:pt x="153910" y="327342"/>
                  <a:pt x="159234" y="328187"/>
                </a:cubicBezTo>
                <a:cubicBezTo>
                  <a:pt x="165762" y="349272"/>
                  <a:pt x="185453" y="364621"/>
                  <a:pt x="208652" y="364621"/>
                </a:cubicBezTo>
                <a:cubicBezTo>
                  <a:pt x="231850" y="364621"/>
                  <a:pt x="251542" y="349263"/>
                  <a:pt x="258070" y="328187"/>
                </a:cubicBezTo>
                <a:lnTo>
                  <a:pt x="300520" y="328187"/>
                </a:lnTo>
                <a:cubicBezTo>
                  <a:pt x="307245" y="349893"/>
                  <a:pt x="328142" y="365439"/>
                  <a:pt x="352348" y="363956"/>
                </a:cubicBezTo>
                <a:cubicBezTo>
                  <a:pt x="378091" y="362382"/>
                  <a:pt x="398790" y="341387"/>
                  <a:pt x="400013" y="315617"/>
                </a:cubicBezTo>
                <a:cubicBezTo>
                  <a:pt x="401406" y="286421"/>
                  <a:pt x="378055" y="262233"/>
                  <a:pt x="349165" y="262233"/>
                </a:cubicBezTo>
                <a:cubicBezTo>
                  <a:pt x="325202" y="262233"/>
                  <a:pt x="305051" y="278877"/>
                  <a:pt x="299674" y="301212"/>
                </a:cubicBezTo>
                <a:lnTo>
                  <a:pt x="259338" y="301212"/>
                </a:lnTo>
                <a:cubicBezTo>
                  <a:pt x="253826" y="278373"/>
                  <a:pt x="233226" y="261352"/>
                  <a:pt x="208724" y="261352"/>
                </a:cubicBezTo>
                <a:cubicBezTo>
                  <a:pt x="184221" y="261352"/>
                  <a:pt x="163612" y="278373"/>
                  <a:pt x="158119" y="301212"/>
                </a:cubicBezTo>
                <a:cubicBezTo>
                  <a:pt x="151150" y="300466"/>
                  <a:pt x="141961" y="303775"/>
                  <a:pt x="135208" y="295358"/>
                </a:cubicBezTo>
                <a:cubicBezTo>
                  <a:pt x="132223" y="291636"/>
                  <a:pt x="131108" y="286825"/>
                  <a:pt x="132133" y="282177"/>
                </a:cubicBezTo>
                <a:lnTo>
                  <a:pt x="141502" y="240078"/>
                </a:lnTo>
                <a:lnTo>
                  <a:pt x="393754" y="240078"/>
                </a:lnTo>
                <a:cubicBezTo>
                  <a:pt x="400039" y="240078"/>
                  <a:pt x="405515" y="235789"/>
                  <a:pt x="407035" y="229692"/>
                </a:cubicBezTo>
                <a:cubicBezTo>
                  <a:pt x="413293" y="204426"/>
                  <a:pt x="453288" y="42962"/>
                  <a:pt x="459726" y="16967"/>
                </a:cubicBezTo>
                <a:cubicBezTo>
                  <a:pt x="461848" y="8407"/>
                  <a:pt x="455392" y="0"/>
                  <a:pt x="446445" y="0"/>
                </a:cubicBezTo>
                <a:close/>
                <a:moveTo>
                  <a:pt x="349156" y="288830"/>
                </a:moveTo>
                <a:cubicBezTo>
                  <a:pt x="362553" y="288830"/>
                  <a:pt x="373451" y="299728"/>
                  <a:pt x="373451" y="313126"/>
                </a:cubicBezTo>
                <a:cubicBezTo>
                  <a:pt x="373451" y="326523"/>
                  <a:pt x="362553" y="337421"/>
                  <a:pt x="349156" y="337421"/>
                </a:cubicBezTo>
                <a:cubicBezTo>
                  <a:pt x="335758" y="337421"/>
                  <a:pt x="324860" y="326506"/>
                  <a:pt x="324860" y="313126"/>
                </a:cubicBezTo>
                <a:cubicBezTo>
                  <a:pt x="324860" y="299809"/>
                  <a:pt x="335686" y="288830"/>
                  <a:pt x="349156" y="288830"/>
                </a:cubicBezTo>
                <a:close/>
                <a:moveTo>
                  <a:pt x="208625" y="288830"/>
                </a:moveTo>
                <a:cubicBezTo>
                  <a:pt x="221932" y="288830"/>
                  <a:pt x="232920" y="299647"/>
                  <a:pt x="232920" y="313126"/>
                </a:cubicBezTo>
                <a:cubicBezTo>
                  <a:pt x="232920" y="326604"/>
                  <a:pt x="222004" y="337421"/>
                  <a:pt x="208625" y="337421"/>
                </a:cubicBezTo>
                <a:cubicBezTo>
                  <a:pt x="195245" y="337421"/>
                  <a:pt x="184329" y="326559"/>
                  <a:pt x="184329" y="313126"/>
                </a:cubicBezTo>
                <a:cubicBezTo>
                  <a:pt x="184329" y="299629"/>
                  <a:pt x="195335" y="288830"/>
                  <a:pt x="208625" y="288830"/>
                </a:cubicBezTo>
                <a:close/>
                <a:moveTo>
                  <a:pt x="384169" y="213103"/>
                </a:moveTo>
                <a:lnTo>
                  <a:pt x="141466" y="213103"/>
                </a:lnTo>
                <a:lnTo>
                  <a:pt x="134659" y="168144"/>
                </a:lnTo>
                <a:lnTo>
                  <a:pt x="395301" y="168144"/>
                </a:lnTo>
                <a:lnTo>
                  <a:pt x="384169" y="213103"/>
                </a:lnTo>
                <a:close/>
                <a:moveTo>
                  <a:pt x="400300" y="141169"/>
                </a:moveTo>
                <a:lnTo>
                  <a:pt x="132330" y="141169"/>
                </a:lnTo>
                <a:cubicBezTo>
                  <a:pt x="132357" y="141331"/>
                  <a:pt x="131584" y="136260"/>
                  <a:pt x="125928" y="98908"/>
                </a:cubicBezTo>
                <a:lnTo>
                  <a:pt x="410767" y="98908"/>
                </a:lnTo>
                <a:cubicBezTo>
                  <a:pt x="409229" y="105131"/>
                  <a:pt x="401820" y="135028"/>
                  <a:pt x="400300" y="141169"/>
                </a:cubicBezTo>
                <a:close/>
                <a:moveTo>
                  <a:pt x="418868" y="71034"/>
                </a:moveTo>
                <a:lnTo>
                  <a:pt x="120443" y="71034"/>
                </a:lnTo>
                <a:lnTo>
                  <a:pt x="113772" y="26975"/>
                </a:lnTo>
                <a:lnTo>
                  <a:pt x="429784" y="26975"/>
                </a:lnTo>
                <a:lnTo>
                  <a:pt x="418868" y="710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nvGrpSpPr>
          <p:cNvPr id="1519" name="Google Shape;1519;p61">
            <a:extLst>
              <a:ext uri="{FF2B5EF4-FFF2-40B4-BE49-F238E27FC236}">
                <a16:creationId xmlns:a16="http://schemas.microsoft.com/office/drawing/2014/main" id="{620C0E22-5C56-E27A-DA24-B8798193C0A2}"/>
              </a:ext>
            </a:extLst>
          </p:cNvPr>
          <p:cNvGrpSpPr/>
          <p:nvPr/>
        </p:nvGrpSpPr>
        <p:grpSpPr>
          <a:xfrm>
            <a:off x="3083942" y="1863993"/>
            <a:ext cx="460373" cy="255363"/>
            <a:chOff x="5685739" y="3792091"/>
            <a:chExt cx="460373" cy="255363"/>
          </a:xfrm>
        </p:grpSpPr>
        <p:sp>
          <p:nvSpPr>
            <p:cNvPr id="1520" name="Google Shape;1520;p61">
              <a:extLst>
                <a:ext uri="{FF2B5EF4-FFF2-40B4-BE49-F238E27FC236}">
                  <a16:creationId xmlns:a16="http://schemas.microsoft.com/office/drawing/2014/main" id="{14A9636C-76C4-149A-3BE4-A189BB33917C}"/>
                </a:ext>
              </a:extLst>
            </p:cNvPr>
            <p:cNvSpPr/>
            <p:nvPr/>
          </p:nvSpPr>
          <p:spPr>
            <a:xfrm>
              <a:off x="5685739" y="3792091"/>
              <a:ext cx="460373" cy="255363"/>
            </a:xfrm>
            <a:custGeom>
              <a:avLst/>
              <a:gdLst/>
              <a:ahLst/>
              <a:cxnLst/>
              <a:rect l="l" t="t" r="r" b="b"/>
              <a:pathLst>
                <a:path w="460373" h="255363" extrusionOk="0">
                  <a:moveTo>
                    <a:pt x="446697" y="0"/>
                  </a:moveTo>
                  <a:lnTo>
                    <a:pt x="13676" y="0"/>
                  </a:lnTo>
                  <a:cubicBezTo>
                    <a:pt x="6123" y="0"/>
                    <a:pt x="0" y="6123"/>
                    <a:pt x="0" y="13676"/>
                  </a:cubicBezTo>
                  <a:lnTo>
                    <a:pt x="0" y="241687"/>
                  </a:lnTo>
                  <a:cubicBezTo>
                    <a:pt x="0" y="249240"/>
                    <a:pt x="6123" y="255363"/>
                    <a:pt x="13676" y="255363"/>
                  </a:cubicBezTo>
                  <a:lnTo>
                    <a:pt x="446697" y="255363"/>
                  </a:lnTo>
                  <a:cubicBezTo>
                    <a:pt x="454250" y="255363"/>
                    <a:pt x="460374" y="249240"/>
                    <a:pt x="460374" y="241687"/>
                  </a:cubicBezTo>
                  <a:lnTo>
                    <a:pt x="460374" y="13676"/>
                  </a:lnTo>
                  <a:cubicBezTo>
                    <a:pt x="460374" y="6123"/>
                    <a:pt x="454250" y="0"/>
                    <a:pt x="446697" y="0"/>
                  </a:cubicBezTo>
                  <a:close/>
                  <a:moveTo>
                    <a:pt x="432499" y="227489"/>
                  </a:moveTo>
                  <a:lnTo>
                    <a:pt x="26975" y="227489"/>
                  </a:lnTo>
                  <a:lnTo>
                    <a:pt x="26975" y="26975"/>
                  </a:lnTo>
                  <a:lnTo>
                    <a:pt x="432499" y="26975"/>
                  </a:lnTo>
                  <a:lnTo>
                    <a:pt x="432499" y="227489"/>
                  </a:lnTo>
                  <a:lnTo>
                    <a:pt x="432499" y="22748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1" name="Google Shape;1521;p61">
              <a:extLst>
                <a:ext uri="{FF2B5EF4-FFF2-40B4-BE49-F238E27FC236}">
                  <a16:creationId xmlns:a16="http://schemas.microsoft.com/office/drawing/2014/main" id="{178B07DA-325C-ABD7-9B76-E6389505FF71}"/>
                </a:ext>
              </a:extLst>
            </p:cNvPr>
            <p:cNvSpPr/>
            <p:nvPr/>
          </p:nvSpPr>
          <p:spPr>
            <a:xfrm>
              <a:off x="5738790" y="3839746"/>
              <a:ext cx="353372" cy="160042"/>
            </a:xfrm>
            <a:custGeom>
              <a:avLst/>
              <a:gdLst/>
              <a:ahLst/>
              <a:cxnLst/>
              <a:rect l="l" t="t" r="r" b="b"/>
              <a:pathLst>
                <a:path w="353372" h="160042" extrusionOk="0">
                  <a:moveTo>
                    <a:pt x="339642" y="36227"/>
                  </a:moveTo>
                  <a:cubicBezTo>
                    <a:pt x="327225" y="36200"/>
                    <a:pt x="317136" y="26121"/>
                    <a:pt x="317100" y="13730"/>
                  </a:cubicBezTo>
                  <a:cubicBezTo>
                    <a:pt x="317082" y="6150"/>
                    <a:pt x="311004" y="0"/>
                    <a:pt x="303424" y="0"/>
                  </a:cubicBezTo>
                  <a:lnTo>
                    <a:pt x="49949" y="0"/>
                  </a:lnTo>
                  <a:cubicBezTo>
                    <a:pt x="42369" y="0"/>
                    <a:pt x="36291" y="6159"/>
                    <a:pt x="36273" y="13730"/>
                  </a:cubicBezTo>
                  <a:cubicBezTo>
                    <a:pt x="36237" y="26130"/>
                    <a:pt x="26148" y="36209"/>
                    <a:pt x="13730" y="36236"/>
                  </a:cubicBezTo>
                  <a:cubicBezTo>
                    <a:pt x="6151" y="36254"/>
                    <a:pt x="0" y="42324"/>
                    <a:pt x="0" y="49904"/>
                  </a:cubicBezTo>
                  <a:cubicBezTo>
                    <a:pt x="0" y="67087"/>
                    <a:pt x="0" y="92965"/>
                    <a:pt x="0" y="110148"/>
                  </a:cubicBezTo>
                  <a:cubicBezTo>
                    <a:pt x="0" y="117728"/>
                    <a:pt x="6159" y="123797"/>
                    <a:pt x="13730" y="123815"/>
                  </a:cubicBezTo>
                  <a:cubicBezTo>
                    <a:pt x="26148" y="123842"/>
                    <a:pt x="36237" y="133922"/>
                    <a:pt x="36273" y="146312"/>
                  </a:cubicBezTo>
                  <a:cubicBezTo>
                    <a:pt x="36291" y="153892"/>
                    <a:pt x="42369" y="160043"/>
                    <a:pt x="49949" y="160043"/>
                  </a:cubicBezTo>
                  <a:lnTo>
                    <a:pt x="303415" y="160043"/>
                  </a:lnTo>
                  <a:cubicBezTo>
                    <a:pt x="310977" y="160043"/>
                    <a:pt x="317100" y="153919"/>
                    <a:pt x="317100" y="146366"/>
                  </a:cubicBezTo>
                  <a:cubicBezTo>
                    <a:pt x="317100" y="133922"/>
                    <a:pt x="327234" y="123806"/>
                    <a:pt x="339688" y="123806"/>
                  </a:cubicBezTo>
                  <a:cubicBezTo>
                    <a:pt x="347241" y="123806"/>
                    <a:pt x="353373" y="117692"/>
                    <a:pt x="353373" y="110139"/>
                  </a:cubicBezTo>
                  <a:cubicBezTo>
                    <a:pt x="353373" y="92956"/>
                    <a:pt x="353373" y="67078"/>
                    <a:pt x="353373" y="49895"/>
                  </a:cubicBezTo>
                  <a:cubicBezTo>
                    <a:pt x="353373" y="42315"/>
                    <a:pt x="347214" y="36245"/>
                    <a:pt x="339642" y="36227"/>
                  </a:cubicBezTo>
                  <a:close/>
                  <a:moveTo>
                    <a:pt x="326398" y="97892"/>
                  </a:moveTo>
                  <a:cubicBezTo>
                    <a:pt x="309835" y="102604"/>
                    <a:pt x="296761" y="115651"/>
                    <a:pt x="292041" y="132169"/>
                  </a:cubicBezTo>
                  <a:lnTo>
                    <a:pt x="62231" y="132169"/>
                  </a:lnTo>
                  <a:cubicBezTo>
                    <a:pt x="57511" y="115642"/>
                    <a:pt x="44437" y="102604"/>
                    <a:pt x="27874" y="97892"/>
                  </a:cubicBezTo>
                  <a:lnTo>
                    <a:pt x="27874" y="61251"/>
                  </a:lnTo>
                  <a:cubicBezTo>
                    <a:pt x="44437" y="56540"/>
                    <a:pt x="57511" y="43493"/>
                    <a:pt x="62231" y="26975"/>
                  </a:cubicBezTo>
                  <a:lnTo>
                    <a:pt x="292041" y="26975"/>
                  </a:lnTo>
                  <a:cubicBezTo>
                    <a:pt x="296761" y="43502"/>
                    <a:pt x="309835" y="56540"/>
                    <a:pt x="326398" y="61251"/>
                  </a:cubicBezTo>
                  <a:lnTo>
                    <a:pt x="326398" y="978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2" name="Google Shape;1522;p61">
              <a:extLst>
                <a:ext uri="{FF2B5EF4-FFF2-40B4-BE49-F238E27FC236}">
                  <a16:creationId xmlns:a16="http://schemas.microsoft.com/office/drawing/2014/main" id="{BE72497D-A288-9AD8-5BEC-F72067BEF5E2}"/>
                </a:ext>
              </a:extLst>
            </p:cNvPr>
            <p:cNvSpPr/>
            <p:nvPr/>
          </p:nvSpPr>
          <p:spPr>
            <a:xfrm>
              <a:off x="5874735" y="3878456"/>
              <a:ext cx="81950" cy="81949"/>
            </a:xfrm>
            <a:custGeom>
              <a:avLst/>
              <a:gdLst/>
              <a:ahLst/>
              <a:cxnLst/>
              <a:rect l="l" t="t" r="r" b="b"/>
              <a:pathLst>
                <a:path w="81950" h="81949" extrusionOk="0">
                  <a:moveTo>
                    <a:pt x="40975" y="0"/>
                  </a:moveTo>
                  <a:cubicBezTo>
                    <a:pt x="18379" y="0"/>
                    <a:pt x="0" y="18388"/>
                    <a:pt x="0" y="40975"/>
                  </a:cubicBezTo>
                  <a:cubicBezTo>
                    <a:pt x="0" y="63562"/>
                    <a:pt x="18379" y="81950"/>
                    <a:pt x="40975" y="81950"/>
                  </a:cubicBezTo>
                  <a:cubicBezTo>
                    <a:pt x="63571" y="81950"/>
                    <a:pt x="81950" y="63571"/>
                    <a:pt x="81950" y="40975"/>
                  </a:cubicBezTo>
                  <a:cubicBezTo>
                    <a:pt x="81950" y="18379"/>
                    <a:pt x="63571" y="0"/>
                    <a:pt x="40975" y="0"/>
                  </a:cubicBezTo>
                  <a:close/>
                  <a:moveTo>
                    <a:pt x="40975" y="54606"/>
                  </a:moveTo>
                  <a:cubicBezTo>
                    <a:pt x="33458" y="54606"/>
                    <a:pt x="27344" y="48492"/>
                    <a:pt x="27344" y="40975"/>
                  </a:cubicBezTo>
                  <a:cubicBezTo>
                    <a:pt x="27344" y="33458"/>
                    <a:pt x="33458" y="27344"/>
                    <a:pt x="40975" y="27344"/>
                  </a:cubicBezTo>
                  <a:cubicBezTo>
                    <a:pt x="48492" y="27344"/>
                    <a:pt x="54607" y="33458"/>
                    <a:pt x="54607" y="40975"/>
                  </a:cubicBezTo>
                  <a:cubicBezTo>
                    <a:pt x="54607" y="48492"/>
                    <a:pt x="48492" y="54606"/>
                    <a:pt x="40975" y="546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523" name="Google Shape;1523;p61">
            <a:extLst>
              <a:ext uri="{FF2B5EF4-FFF2-40B4-BE49-F238E27FC236}">
                <a16:creationId xmlns:a16="http://schemas.microsoft.com/office/drawing/2014/main" id="{7D3B45FB-494B-283F-9482-7D9CD0A2D593}"/>
              </a:ext>
            </a:extLst>
          </p:cNvPr>
          <p:cNvGrpSpPr/>
          <p:nvPr/>
        </p:nvGrpSpPr>
        <p:grpSpPr>
          <a:xfrm>
            <a:off x="5628166" y="3462469"/>
            <a:ext cx="372255" cy="460373"/>
            <a:chOff x="3892792" y="2978345"/>
            <a:chExt cx="372255" cy="460373"/>
          </a:xfrm>
        </p:grpSpPr>
        <p:sp>
          <p:nvSpPr>
            <p:cNvPr id="1524" name="Google Shape;1524;p61">
              <a:extLst>
                <a:ext uri="{FF2B5EF4-FFF2-40B4-BE49-F238E27FC236}">
                  <a16:creationId xmlns:a16="http://schemas.microsoft.com/office/drawing/2014/main" id="{4D643A46-F0F1-71B8-98AD-0028C27F19B2}"/>
                </a:ext>
              </a:extLst>
            </p:cNvPr>
            <p:cNvSpPr/>
            <p:nvPr/>
          </p:nvSpPr>
          <p:spPr>
            <a:xfrm>
              <a:off x="3892792" y="2978345"/>
              <a:ext cx="372255" cy="460373"/>
            </a:xfrm>
            <a:custGeom>
              <a:avLst/>
              <a:gdLst/>
              <a:ahLst/>
              <a:cxnLst/>
              <a:rect l="l" t="t" r="r" b="b"/>
              <a:pathLst>
                <a:path w="372255" h="460373" extrusionOk="0">
                  <a:moveTo>
                    <a:pt x="358498" y="47656"/>
                  </a:moveTo>
                  <a:lnTo>
                    <a:pt x="321003" y="47656"/>
                  </a:lnTo>
                  <a:lnTo>
                    <a:pt x="321003" y="13757"/>
                  </a:lnTo>
                  <a:cubicBezTo>
                    <a:pt x="321003" y="6159"/>
                    <a:pt x="314843" y="0"/>
                    <a:pt x="307245" y="0"/>
                  </a:cubicBezTo>
                  <a:lnTo>
                    <a:pt x="13640" y="0"/>
                  </a:lnTo>
                  <a:cubicBezTo>
                    <a:pt x="6105" y="0"/>
                    <a:pt x="0" y="6159"/>
                    <a:pt x="0" y="13748"/>
                  </a:cubicBezTo>
                  <a:lnTo>
                    <a:pt x="0" y="398969"/>
                  </a:lnTo>
                  <a:cubicBezTo>
                    <a:pt x="0" y="406558"/>
                    <a:pt x="6105" y="412718"/>
                    <a:pt x="13640" y="412718"/>
                  </a:cubicBezTo>
                  <a:lnTo>
                    <a:pt x="51253" y="412718"/>
                  </a:lnTo>
                  <a:lnTo>
                    <a:pt x="51253" y="446616"/>
                  </a:lnTo>
                  <a:cubicBezTo>
                    <a:pt x="51253" y="454214"/>
                    <a:pt x="57412" y="460373"/>
                    <a:pt x="65010" y="460373"/>
                  </a:cubicBezTo>
                  <a:lnTo>
                    <a:pt x="358498" y="460373"/>
                  </a:lnTo>
                  <a:cubicBezTo>
                    <a:pt x="366105" y="460373"/>
                    <a:pt x="372255" y="454214"/>
                    <a:pt x="372255" y="446625"/>
                  </a:cubicBezTo>
                  <a:lnTo>
                    <a:pt x="372255" y="61404"/>
                  </a:lnTo>
                  <a:cubicBezTo>
                    <a:pt x="372255" y="53815"/>
                    <a:pt x="366096" y="47656"/>
                    <a:pt x="358498" y="47656"/>
                  </a:cubicBezTo>
                  <a:close/>
                  <a:moveTo>
                    <a:pt x="52152" y="60514"/>
                  </a:moveTo>
                  <a:lnTo>
                    <a:pt x="52152" y="384843"/>
                  </a:lnTo>
                  <a:lnTo>
                    <a:pt x="27874" y="384843"/>
                  </a:lnTo>
                  <a:lnTo>
                    <a:pt x="27874" y="26975"/>
                  </a:lnTo>
                  <a:lnTo>
                    <a:pt x="293128" y="26975"/>
                  </a:lnTo>
                  <a:lnTo>
                    <a:pt x="293128" y="46757"/>
                  </a:lnTo>
                  <a:lnTo>
                    <a:pt x="65909" y="46757"/>
                  </a:lnTo>
                  <a:cubicBezTo>
                    <a:pt x="58311" y="46757"/>
                    <a:pt x="52152" y="52916"/>
                    <a:pt x="52152" y="60514"/>
                  </a:cubicBezTo>
                  <a:close/>
                  <a:moveTo>
                    <a:pt x="345280" y="432499"/>
                  </a:moveTo>
                  <a:lnTo>
                    <a:pt x="79127" y="432499"/>
                  </a:lnTo>
                  <a:lnTo>
                    <a:pt x="79127" y="74631"/>
                  </a:lnTo>
                  <a:lnTo>
                    <a:pt x="345280" y="74631"/>
                  </a:lnTo>
                  <a:lnTo>
                    <a:pt x="345280" y="4324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5" name="Google Shape;1525;p61">
              <a:extLst>
                <a:ext uri="{FF2B5EF4-FFF2-40B4-BE49-F238E27FC236}">
                  <a16:creationId xmlns:a16="http://schemas.microsoft.com/office/drawing/2014/main" id="{532CAB6D-A778-55CA-ED2E-9B4D273AEEF3}"/>
                </a:ext>
              </a:extLst>
            </p:cNvPr>
            <p:cNvSpPr/>
            <p:nvPr/>
          </p:nvSpPr>
          <p:spPr>
            <a:xfrm>
              <a:off x="4006278" y="3109443"/>
              <a:ext cx="159159" cy="159166"/>
            </a:xfrm>
            <a:custGeom>
              <a:avLst/>
              <a:gdLst/>
              <a:ahLst/>
              <a:cxnLst/>
              <a:rect l="l" t="t" r="r" b="b"/>
              <a:pathLst>
                <a:path w="159159" h="159166" extrusionOk="0">
                  <a:moveTo>
                    <a:pt x="145402" y="65819"/>
                  </a:moveTo>
                  <a:lnTo>
                    <a:pt x="93331" y="65819"/>
                  </a:lnTo>
                  <a:lnTo>
                    <a:pt x="93331" y="13757"/>
                  </a:lnTo>
                  <a:cubicBezTo>
                    <a:pt x="93331" y="6159"/>
                    <a:pt x="87163" y="0"/>
                    <a:pt x="79565" y="0"/>
                  </a:cubicBezTo>
                  <a:cubicBezTo>
                    <a:pt x="35164" y="0"/>
                    <a:pt x="-865" y="36569"/>
                    <a:pt x="16" y="81168"/>
                  </a:cubicBezTo>
                  <a:cubicBezTo>
                    <a:pt x="843" y="123105"/>
                    <a:pt x="34562" y="157507"/>
                    <a:pt x="76472" y="159108"/>
                  </a:cubicBezTo>
                  <a:cubicBezTo>
                    <a:pt x="121763" y="160834"/>
                    <a:pt x="159159" y="124490"/>
                    <a:pt x="159159" y="79576"/>
                  </a:cubicBezTo>
                  <a:cubicBezTo>
                    <a:pt x="159159" y="71987"/>
                    <a:pt x="153009" y="65819"/>
                    <a:pt x="145402" y="65819"/>
                  </a:cubicBezTo>
                  <a:close/>
                  <a:moveTo>
                    <a:pt x="80114" y="132016"/>
                  </a:moveTo>
                  <a:cubicBezTo>
                    <a:pt x="51403" y="132016"/>
                    <a:pt x="28052" y="108655"/>
                    <a:pt x="28052" y="79936"/>
                  </a:cubicBezTo>
                  <a:cubicBezTo>
                    <a:pt x="28052" y="56000"/>
                    <a:pt x="44300" y="35769"/>
                    <a:pt x="66356" y="29717"/>
                  </a:cubicBezTo>
                  <a:lnTo>
                    <a:pt x="66356" y="79936"/>
                  </a:lnTo>
                  <a:cubicBezTo>
                    <a:pt x="66356" y="87534"/>
                    <a:pt x="72516" y="93693"/>
                    <a:pt x="80114" y="93693"/>
                  </a:cubicBezTo>
                  <a:lnTo>
                    <a:pt x="130341" y="93693"/>
                  </a:lnTo>
                  <a:cubicBezTo>
                    <a:pt x="124299" y="115759"/>
                    <a:pt x="104076" y="132016"/>
                    <a:pt x="80114" y="132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6" name="Google Shape;1526;p61">
              <a:extLst>
                <a:ext uri="{FF2B5EF4-FFF2-40B4-BE49-F238E27FC236}">
                  <a16:creationId xmlns:a16="http://schemas.microsoft.com/office/drawing/2014/main" id="{84516781-D67C-570A-43EA-0E051DC9A62C}"/>
                </a:ext>
              </a:extLst>
            </p:cNvPr>
            <p:cNvSpPr/>
            <p:nvPr/>
          </p:nvSpPr>
          <p:spPr>
            <a:xfrm>
              <a:off x="4110399" y="3072038"/>
              <a:ext cx="93342" cy="93333"/>
            </a:xfrm>
            <a:custGeom>
              <a:avLst/>
              <a:gdLst/>
              <a:ahLst/>
              <a:cxnLst/>
              <a:rect l="l" t="t" r="r" b="b"/>
              <a:pathLst>
                <a:path w="93342" h="93333" extrusionOk="0">
                  <a:moveTo>
                    <a:pt x="13865" y="0"/>
                  </a:moveTo>
                  <a:cubicBezTo>
                    <a:pt x="6222" y="-9"/>
                    <a:pt x="0" y="6114"/>
                    <a:pt x="0" y="13757"/>
                  </a:cubicBezTo>
                  <a:lnTo>
                    <a:pt x="0" y="79576"/>
                  </a:lnTo>
                  <a:cubicBezTo>
                    <a:pt x="0" y="87174"/>
                    <a:pt x="6150" y="93334"/>
                    <a:pt x="13757" y="93334"/>
                  </a:cubicBezTo>
                  <a:lnTo>
                    <a:pt x="79585" y="93334"/>
                  </a:lnTo>
                  <a:cubicBezTo>
                    <a:pt x="87102" y="93334"/>
                    <a:pt x="93325" y="87309"/>
                    <a:pt x="93342" y="79792"/>
                  </a:cubicBezTo>
                  <a:cubicBezTo>
                    <a:pt x="93459" y="35499"/>
                    <a:pt x="57394" y="54"/>
                    <a:pt x="13865" y="0"/>
                  </a:cubicBezTo>
                  <a:close/>
                  <a:moveTo>
                    <a:pt x="26975" y="65459"/>
                  </a:moveTo>
                  <a:lnTo>
                    <a:pt x="26975" y="28998"/>
                  </a:lnTo>
                  <a:cubicBezTo>
                    <a:pt x="44653" y="33845"/>
                    <a:pt x="58590" y="47782"/>
                    <a:pt x="63445" y="65459"/>
                  </a:cubicBezTo>
                  <a:lnTo>
                    <a:pt x="26975" y="6545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7" name="Google Shape;1527;p61">
              <a:extLst>
                <a:ext uri="{FF2B5EF4-FFF2-40B4-BE49-F238E27FC236}">
                  <a16:creationId xmlns:a16="http://schemas.microsoft.com/office/drawing/2014/main" id="{A2230374-5F3C-D49F-C54F-158507FBA8E7}"/>
                </a:ext>
              </a:extLst>
            </p:cNvPr>
            <p:cNvSpPr/>
            <p:nvPr/>
          </p:nvSpPr>
          <p:spPr>
            <a:xfrm>
              <a:off x="3994309" y="3299347"/>
              <a:ext cx="218010" cy="27874"/>
            </a:xfrm>
            <a:custGeom>
              <a:avLst/>
              <a:gdLst/>
              <a:ahLst/>
              <a:cxnLst/>
              <a:rect l="l" t="t" r="r" b="b"/>
              <a:pathLst>
                <a:path w="218010" h="27874" extrusionOk="0">
                  <a:moveTo>
                    <a:pt x="217606" y="10502"/>
                  </a:moveTo>
                  <a:cubicBezTo>
                    <a:pt x="216140" y="4262"/>
                    <a:pt x="210331" y="0"/>
                    <a:pt x="203920" y="0"/>
                  </a:cubicBezTo>
                  <a:lnTo>
                    <a:pt x="13756" y="0"/>
                  </a:lnTo>
                  <a:cubicBezTo>
                    <a:pt x="5034" y="0"/>
                    <a:pt x="-1773" y="8209"/>
                    <a:pt x="412" y="17399"/>
                  </a:cubicBezTo>
                  <a:cubicBezTo>
                    <a:pt x="1896" y="23630"/>
                    <a:pt x="7686" y="27874"/>
                    <a:pt x="14088" y="27874"/>
                  </a:cubicBezTo>
                  <a:lnTo>
                    <a:pt x="204253" y="27874"/>
                  </a:lnTo>
                  <a:cubicBezTo>
                    <a:pt x="212948" y="27874"/>
                    <a:pt x="219773" y="19701"/>
                    <a:pt x="217606" y="105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28" name="Google Shape;1528;p61">
              <a:extLst>
                <a:ext uri="{FF2B5EF4-FFF2-40B4-BE49-F238E27FC236}">
                  <a16:creationId xmlns:a16="http://schemas.microsoft.com/office/drawing/2014/main" id="{06C479DE-59BD-919B-3DB0-707740BB648E}"/>
                </a:ext>
              </a:extLst>
            </p:cNvPr>
            <p:cNvSpPr/>
            <p:nvPr/>
          </p:nvSpPr>
          <p:spPr>
            <a:xfrm>
              <a:off x="3994308" y="3351499"/>
              <a:ext cx="218020" cy="27874"/>
            </a:xfrm>
            <a:custGeom>
              <a:avLst/>
              <a:gdLst/>
              <a:ahLst/>
              <a:cxnLst/>
              <a:rect l="l" t="t" r="r" b="b"/>
              <a:pathLst>
                <a:path w="218020" h="27874" extrusionOk="0">
                  <a:moveTo>
                    <a:pt x="217606" y="10502"/>
                  </a:moveTo>
                  <a:cubicBezTo>
                    <a:pt x="216141" y="4262"/>
                    <a:pt x="210332" y="0"/>
                    <a:pt x="203921" y="0"/>
                  </a:cubicBezTo>
                  <a:lnTo>
                    <a:pt x="13756" y="0"/>
                  </a:lnTo>
                  <a:cubicBezTo>
                    <a:pt x="4989" y="0"/>
                    <a:pt x="-1808" y="8290"/>
                    <a:pt x="431" y="17471"/>
                  </a:cubicBezTo>
                  <a:cubicBezTo>
                    <a:pt x="1941" y="23666"/>
                    <a:pt x="7723" y="27874"/>
                    <a:pt x="14098" y="27874"/>
                  </a:cubicBezTo>
                  <a:lnTo>
                    <a:pt x="204263" y="27874"/>
                  </a:lnTo>
                  <a:cubicBezTo>
                    <a:pt x="212958" y="27874"/>
                    <a:pt x="219782" y="19701"/>
                    <a:pt x="217615" y="105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529" name="Google Shape;1529;p61">
            <a:extLst>
              <a:ext uri="{FF2B5EF4-FFF2-40B4-BE49-F238E27FC236}">
                <a16:creationId xmlns:a16="http://schemas.microsoft.com/office/drawing/2014/main" id="{4FFA178D-EC8F-6010-E676-831B04EFC4E0}"/>
              </a:ext>
            </a:extLst>
          </p:cNvPr>
          <p:cNvGrpSpPr/>
          <p:nvPr/>
        </p:nvGrpSpPr>
        <p:grpSpPr>
          <a:xfrm>
            <a:off x="5584112" y="1761498"/>
            <a:ext cx="460369" cy="460362"/>
            <a:chOff x="7272202" y="2313857"/>
            <a:chExt cx="460369" cy="460362"/>
          </a:xfrm>
        </p:grpSpPr>
        <p:sp>
          <p:nvSpPr>
            <p:cNvPr id="1530" name="Google Shape;1530;p61">
              <a:extLst>
                <a:ext uri="{FF2B5EF4-FFF2-40B4-BE49-F238E27FC236}">
                  <a16:creationId xmlns:a16="http://schemas.microsoft.com/office/drawing/2014/main" id="{FB094DBC-B357-99F4-0796-C437F275B9D8}"/>
                </a:ext>
              </a:extLst>
            </p:cNvPr>
            <p:cNvSpPr/>
            <p:nvPr/>
          </p:nvSpPr>
          <p:spPr>
            <a:xfrm>
              <a:off x="7272202" y="2313857"/>
              <a:ext cx="460369" cy="460362"/>
            </a:xfrm>
            <a:custGeom>
              <a:avLst/>
              <a:gdLst/>
              <a:ahLst/>
              <a:cxnLst/>
              <a:rect l="l" t="t" r="r" b="b"/>
              <a:pathLst>
                <a:path w="460369" h="460362" extrusionOk="0">
                  <a:moveTo>
                    <a:pt x="445520" y="21098"/>
                  </a:moveTo>
                  <a:lnTo>
                    <a:pt x="439262" y="14840"/>
                  </a:lnTo>
                  <a:cubicBezTo>
                    <a:pt x="419543" y="-4879"/>
                    <a:pt x="387299" y="-5014"/>
                    <a:pt x="367445" y="14840"/>
                  </a:cubicBezTo>
                  <a:lnTo>
                    <a:pt x="345488" y="36797"/>
                  </a:lnTo>
                  <a:cubicBezTo>
                    <a:pt x="336622" y="34307"/>
                    <a:pt x="326596" y="36555"/>
                    <a:pt x="319520" y="43640"/>
                  </a:cubicBezTo>
                  <a:lnTo>
                    <a:pt x="186092" y="177067"/>
                  </a:lnTo>
                  <a:cubicBezTo>
                    <a:pt x="173657" y="189503"/>
                    <a:pt x="174700" y="204609"/>
                    <a:pt x="174628" y="205004"/>
                  </a:cubicBezTo>
                  <a:lnTo>
                    <a:pt x="76277" y="303355"/>
                  </a:lnTo>
                  <a:cubicBezTo>
                    <a:pt x="66557" y="313066"/>
                    <a:pt x="63994" y="327255"/>
                    <a:pt x="68562" y="339349"/>
                  </a:cubicBezTo>
                  <a:lnTo>
                    <a:pt x="16366" y="376880"/>
                  </a:lnTo>
                  <a:cubicBezTo>
                    <a:pt x="13497" y="378939"/>
                    <a:pt x="11546" y="382032"/>
                    <a:pt x="10925" y="385494"/>
                  </a:cubicBezTo>
                  <a:cubicBezTo>
                    <a:pt x="-818" y="450027"/>
                    <a:pt x="189" y="444291"/>
                    <a:pt x="55" y="445595"/>
                  </a:cubicBezTo>
                  <a:cubicBezTo>
                    <a:pt x="-737" y="454478"/>
                    <a:pt x="7185" y="461870"/>
                    <a:pt x="16302" y="460098"/>
                  </a:cubicBezTo>
                  <a:lnTo>
                    <a:pt x="74865" y="449443"/>
                  </a:lnTo>
                  <a:cubicBezTo>
                    <a:pt x="78327" y="448814"/>
                    <a:pt x="81420" y="446871"/>
                    <a:pt x="83479" y="444003"/>
                  </a:cubicBezTo>
                  <a:lnTo>
                    <a:pt x="121001" y="391824"/>
                  </a:lnTo>
                  <a:cubicBezTo>
                    <a:pt x="132835" y="396329"/>
                    <a:pt x="147086" y="394009"/>
                    <a:pt x="157004" y="384092"/>
                  </a:cubicBezTo>
                  <a:lnTo>
                    <a:pt x="255346" y="285741"/>
                  </a:lnTo>
                  <a:cubicBezTo>
                    <a:pt x="256218" y="285579"/>
                    <a:pt x="271045" y="286523"/>
                    <a:pt x="283292" y="274276"/>
                  </a:cubicBezTo>
                  <a:lnTo>
                    <a:pt x="387614" y="169955"/>
                  </a:lnTo>
                  <a:cubicBezTo>
                    <a:pt x="392433" y="183074"/>
                    <a:pt x="389574" y="198396"/>
                    <a:pt x="379062" y="208907"/>
                  </a:cubicBezTo>
                  <a:lnTo>
                    <a:pt x="308127" y="279851"/>
                  </a:lnTo>
                  <a:cubicBezTo>
                    <a:pt x="302175" y="285804"/>
                    <a:pt x="303317" y="294660"/>
                    <a:pt x="308586" y="299543"/>
                  </a:cubicBezTo>
                  <a:cubicBezTo>
                    <a:pt x="313837" y="304407"/>
                    <a:pt x="322217" y="304273"/>
                    <a:pt x="327369" y="299102"/>
                  </a:cubicBezTo>
                  <a:lnTo>
                    <a:pt x="398314" y="228167"/>
                  </a:lnTo>
                  <a:cubicBezTo>
                    <a:pt x="419570" y="206902"/>
                    <a:pt x="422780" y="174316"/>
                    <a:pt x="407935" y="149643"/>
                  </a:cubicBezTo>
                  <a:lnTo>
                    <a:pt x="416720" y="140858"/>
                  </a:lnTo>
                  <a:cubicBezTo>
                    <a:pt x="423760" y="133817"/>
                    <a:pt x="426062" y="123792"/>
                    <a:pt x="423562" y="114890"/>
                  </a:cubicBezTo>
                  <a:lnTo>
                    <a:pt x="445520" y="92932"/>
                  </a:lnTo>
                  <a:cubicBezTo>
                    <a:pt x="465320" y="73142"/>
                    <a:pt x="465320" y="40916"/>
                    <a:pt x="445520" y="21116"/>
                  </a:cubicBezTo>
                  <a:close/>
                  <a:moveTo>
                    <a:pt x="64597" y="423646"/>
                  </a:moveTo>
                  <a:cubicBezTo>
                    <a:pt x="64597" y="423646"/>
                    <a:pt x="64696" y="423511"/>
                    <a:pt x="64732" y="423457"/>
                  </a:cubicBezTo>
                  <a:cubicBezTo>
                    <a:pt x="64714" y="423484"/>
                    <a:pt x="64669" y="423547"/>
                    <a:pt x="64597" y="423646"/>
                  </a:cubicBezTo>
                  <a:lnTo>
                    <a:pt x="64597" y="423646"/>
                  </a:lnTo>
                  <a:close/>
                  <a:moveTo>
                    <a:pt x="64741" y="423439"/>
                  </a:moveTo>
                  <a:cubicBezTo>
                    <a:pt x="64741" y="423439"/>
                    <a:pt x="64741" y="423430"/>
                    <a:pt x="64741" y="423439"/>
                  </a:cubicBezTo>
                  <a:lnTo>
                    <a:pt x="64741" y="423439"/>
                  </a:lnTo>
                  <a:close/>
                  <a:moveTo>
                    <a:pt x="64597" y="423646"/>
                  </a:moveTo>
                  <a:lnTo>
                    <a:pt x="54041" y="425570"/>
                  </a:lnTo>
                  <a:lnTo>
                    <a:pt x="66467" y="413135"/>
                  </a:lnTo>
                  <a:cubicBezTo>
                    <a:pt x="71781" y="407821"/>
                    <a:pt x="71781" y="399198"/>
                    <a:pt x="66467" y="393893"/>
                  </a:cubicBezTo>
                  <a:cubicBezTo>
                    <a:pt x="61162" y="388578"/>
                    <a:pt x="52539" y="388578"/>
                    <a:pt x="47225" y="393893"/>
                  </a:cubicBezTo>
                  <a:lnTo>
                    <a:pt x="34789" y="406319"/>
                  </a:lnTo>
                  <a:lnTo>
                    <a:pt x="36714" y="395763"/>
                  </a:lnTo>
                  <a:cubicBezTo>
                    <a:pt x="36714" y="395763"/>
                    <a:pt x="36786" y="395709"/>
                    <a:pt x="36812" y="395691"/>
                  </a:cubicBezTo>
                  <a:cubicBezTo>
                    <a:pt x="36282" y="396068"/>
                    <a:pt x="36111" y="396194"/>
                    <a:pt x="88308" y="358663"/>
                  </a:cubicBezTo>
                  <a:lnTo>
                    <a:pt x="101696" y="372052"/>
                  </a:lnTo>
                  <a:cubicBezTo>
                    <a:pt x="67699" y="419339"/>
                    <a:pt x="64606" y="423646"/>
                    <a:pt x="64606" y="423646"/>
                  </a:cubicBezTo>
                  <a:close/>
                  <a:moveTo>
                    <a:pt x="137771" y="364831"/>
                  </a:moveTo>
                  <a:cubicBezTo>
                    <a:pt x="135190" y="367421"/>
                    <a:pt x="130973" y="367466"/>
                    <a:pt x="128339" y="364831"/>
                  </a:cubicBezTo>
                  <a:cubicBezTo>
                    <a:pt x="94989" y="330654"/>
                    <a:pt x="93937" y="332255"/>
                    <a:pt x="93595" y="327813"/>
                  </a:cubicBezTo>
                  <a:cubicBezTo>
                    <a:pt x="93451" y="325942"/>
                    <a:pt x="94098" y="324018"/>
                    <a:pt x="95528" y="322589"/>
                  </a:cubicBezTo>
                  <a:lnTo>
                    <a:pt x="185849" y="232258"/>
                  </a:lnTo>
                  <a:cubicBezTo>
                    <a:pt x="186011" y="232438"/>
                    <a:pt x="227975" y="274402"/>
                    <a:pt x="228101" y="274510"/>
                  </a:cubicBezTo>
                  <a:lnTo>
                    <a:pt x="137762" y="364831"/>
                  </a:lnTo>
                  <a:close/>
                  <a:moveTo>
                    <a:pt x="264068" y="255007"/>
                  </a:moveTo>
                  <a:cubicBezTo>
                    <a:pt x="259384" y="259692"/>
                    <a:pt x="251777" y="259692"/>
                    <a:pt x="247092" y="255007"/>
                  </a:cubicBezTo>
                  <a:lnTo>
                    <a:pt x="205343" y="213259"/>
                  </a:lnTo>
                  <a:cubicBezTo>
                    <a:pt x="200659" y="208574"/>
                    <a:pt x="200659" y="200967"/>
                    <a:pt x="205343" y="196283"/>
                  </a:cubicBezTo>
                  <a:cubicBezTo>
                    <a:pt x="205127" y="196498"/>
                    <a:pt x="309422" y="92204"/>
                    <a:pt x="338366" y="63260"/>
                  </a:cubicBezTo>
                  <a:lnTo>
                    <a:pt x="397082" y="121975"/>
                  </a:lnTo>
                  <a:cubicBezTo>
                    <a:pt x="390554" y="128503"/>
                    <a:pt x="271189" y="247868"/>
                    <a:pt x="264059" y="254998"/>
                  </a:cubicBezTo>
                  <a:close/>
                  <a:moveTo>
                    <a:pt x="425909" y="73663"/>
                  </a:moveTo>
                  <a:lnTo>
                    <a:pt x="406406" y="93175"/>
                  </a:lnTo>
                  <a:lnTo>
                    <a:pt x="366807" y="53576"/>
                  </a:lnTo>
                  <a:lnTo>
                    <a:pt x="386310" y="34073"/>
                  </a:lnTo>
                  <a:lnTo>
                    <a:pt x="386310" y="34073"/>
                  </a:lnTo>
                  <a:cubicBezTo>
                    <a:pt x="395445" y="24928"/>
                    <a:pt x="410480" y="24892"/>
                    <a:pt x="419642" y="34073"/>
                  </a:cubicBezTo>
                  <a:lnTo>
                    <a:pt x="425909" y="40322"/>
                  </a:lnTo>
                  <a:cubicBezTo>
                    <a:pt x="435099" y="49520"/>
                    <a:pt x="435099" y="64474"/>
                    <a:pt x="425909" y="736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1" name="Google Shape;1531;p61">
              <a:extLst>
                <a:ext uri="{FF2B5EF4-FFF2-40B4-BE49-F238E27FC236}">
                  <a16:creationId xmlns:a16="http://schemas.microsoft.com/office/drawing/2014/main" id="{D7661F5E-0AA7-7F08-04BE-E82EFFD19578}"/>
                </a:ext>
              </a:extLst>
            </p:cNvPr>
            <p:cNvSpPr/>
            <p:nvPr/>
          </p:nvSpPr>
          <p:spPr>
            <a:xfrm>
              <a:off x="7309123" y="2709467"/>
              <a:ext cx="899" cy="899"/>
            </a:xfrm>
            <a:custGeom>
              <a:avLst/>
              <a:gdLst/>
              <a:ahLst/>
              <a:cxnLst/>
              <a:rect l="l" t="t" r="r" b="b"/>
              <a:pathLst>
                <a:path w="899" h="899" extrusionOk="0">
                  <a:moveTo>
                    <a:pt x="0" y="0"/>
                  </a:moveTo>
                  <a:cubicBezTo>
                    <a:pt x="0" y="0"/>
                    <a:pt x="0" y="0"/>
                    <a:pt x="0"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2" name="Google Shape;1532;p61">
              <a:extLst>
                <a:ext uri="{FF2B5EF4-FFF2-40B4-BE49-F238E27FC236}">
                  <a16:creationId xmlns:a16="http://schemas.microsoft.com/office/drawing/2014/main" id="{AA8FEFC4-6F6E-9E69-A47B-C61F0EBBE4D9}"/>
                </a:ext>
              </a:extLst>
            </p:cNvPr>
            <p:cNvSpPr/>
            <p:nvPr/>
          </p:nvSpPr>
          <p:spPr>
            <a:xfrm>
              <a:off x="7309015" y="2709503"/>
              <a:ext cx="63" cy="45"/>
            </a:xfrm>
            <a:custGeom>
              <a:avLst/>
              <a:gdLst/>
              <a:ahLst/>
              <a:cxnLst/>
              <a:rect l="l" t="t" r="r" b="b"/>
              <a:pathLst>
                <a:path w="63" h="45" extrusionOk="0">
                  <a:moveTo>
                    <a:pt x="0" y="45"/>
                  </a:moveTo>
                  <a:cubicBezTo>
                    <a:pt x="0" y="45"/>
                    <a:pt x="45" y="9"/>
                    <a:pt x="63" y="0"/>
                  </a:cubicBezTo>
                  <a:cubicBezTo>
                    <a:pt x="45" y="9"/>
                    <a:pt x="27" y="27"/>
                    <a:pt x="0" y="4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533" name="Google Shape;1533;p61">
              <a:extLst>
                <a:ext uri="{FF2B5EF4-FFF2-40B4-BE49-F238E27FC236}">
                  <a16:creationId xmlns:a16="http://schemas.microsoft.com/office/drawing/2014/main" id="{E74942D3-5D69-6CBA-29A9-80EE46BA6051}"/>
                </a:ext>
              </a:extLst>
            </p:cNvPr>
            <p:cNvSpPr/>
            <p:nvPr/>
          </p:nvSpPr>
          <p:spPr>
            <a:xfrm>
              <a:off x="7309069" y="2709467"/>
              <a:ext cx="54" cy="36"/>
            </a:xfrm>
            <a:custGeom>
              <a:avLst/>
              <a:gdLst/>
              <a:ahLst/>
              <a:cxnLst/>
              <a:rect l="l" t="t" r="r" b="b"/>
              <a:pathLst>
                <a:path w="54" h="36" extrusionOk="0">
                  <a:moveTo>
                    <a:pt x="0" y="36"/>
                  </a:moveTo>
                  <a:cubicBezTo>
                    <a:pt x="0" y="36"/>
                    <a:pt x="45" y="9"/>
                    <a:pt x="54" y="0"/>
                  </a:cubicBezTo>
                  <a:cubicBezTo>
                    <a:pt x="45" y="0"/>
                    <a:pt x="27" y="18"/>
                    <a:pt x="0" y="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
        <p:nvSpPr>
          <p:cNvPr id="1534" name="Google Shape;1534;p61">
            <a:extLst>
              <a:ext uri="{FF2B5EF4-FFF2-40B4-BE49-F238E27FC236}">
                <a16:creationId xmlns:a16="http://schemas.microsoft.com/office/drawing/2014/main" id="{24C7C8F0-2714-4BB8-8918-5CEAB07C0022}"/>
              </a:ext>
            </a:extLst>
          </p:cNvPr>
          <p:cNvSpPr/>
          <p:nvPr/>
        </p:nvSpPr>
        <p:spPr>
          <a:xfrm>
            <a:off x="4341460" y="2634512"/>
            <a:ext cx="461183" cy="436860"/>
          </a:xfrm>
          <a:custGeom>
            <a:avLst/>
            <a:gdLst/>
            <a:ahLst/>
            <a:cxnLst/>
            <a:rect l="l" t="t" r="r" b="b"/>
            <a:pathLst>
              <a:path w="461183" h="436860" extrusionOk="0">
                <a:moveTo>
                  <a:pt x="446499" y="408986"/>
                </a:moveTo>
                <a:lnTo>
                  <a:pt x="322801" y="408986"/>
                </a:lnTo>
                <a:lnTo>
                  <a:pt x="322801" y="277843"/>
                </a:lnTo>
                <a:lnTo>
                  <a:pt x="395418" y="205298"/>
                </a:lnTo>
                <a:lnTo>
                  <a:pt x="424398" y="234251"/>
                </a:lnTo>
                <a:cubicBezTo>
                  <a:pt x="432374" y="242227"/>
                  <a:pt x="446095" y="237704"/>
                  <a:pt x="447740" y="226527"/>
                </a:cubicBezTo>
                <a:cubicBezTo>
                  <a:pt x="461812" y="130685"/>
                  <a:pt x="461111" y="135837"/>
                  <a:pt x="461174" y="134605"/>
                </a:cubicBezTo>
                <a:cubicBezTo>
                  <a:pt x="461426" y="129894"/>
                  <a:pt x="456741" y="121747"/>
                  <a:pt x="450177" y="120416"/>
                </a:cubicBezTo>
                <a:cubicBezTo>
                  <a:pt x="446625" y="119706"/>
                  <a:pt x="452731" y="119257"/>
                  <a:pt x="354712" y="133589"/>
                </a:cubicBezTo>
                <a:cubicBezTo>
                  <a:pt x="343545" y="135226"/>
                  <a:pt x="338986" y="148920"/>
                  <a:pt x="346980" y="156914"/>
                </a:cubicBezTo>
                <a:lnTo>
                  <a:pt x="375960" y="185867"/>
                </a:lnTo>
                <a:lnTo>
                  <a:pt x="306409" y="255345"/>
                </a:lnTo>
                <a:cubicBezTo>
                  <a:pt x="163523" y="181901"/>
                  <a:pt x="170833" y="184113"/>
                  <a:pt x="163873" y="185687"/>
                </a:cubicBezTo>
                <a:cubicBezTo>
                  <a:pt x="157903" y="187036"/>
                  <a:pt x="164008" y="184401"/>
                  <a:pt x="27874" y="294091"/>
                </a:cubicBezTo>
                <a:lnTo>
                  <a:pt x="27874" y="13748"/>
                </a:lnTo>
                <a:cubicBezTo>
                  <a:pt x="27874" y="13748"/>
                  <a:pt x="21688" y="0"/>
                  <a:pt x="14090" y="0"/>
                </a:cubicBezTo>
                <a:cubicBezTo>
                  <a:pt x="6501" y="0"/>
                  <a:pt x="342" y="6150"/>
                  <a:pt x="0" y="13748"/>
                </a:cubicBezTo>
                <a:lnTo>
                  <a:pt x="0" y="423013"/>
                </a:lnTo>
                <a:cubicBezTo>
                  <a:pt x="351" y="430602"/>
                  <a:pt x="6501" y="436761"/>
                  <a:pt x="14099" y="436860"/>
                </a:cubicBezTo>
                <a:lnTo>
                  <a:pt x="446508" y="436860"/>
                </a:lnTo>
                <a:cubicBezTo>
                  <a:pt x="454097" y="436761"/>
                  <a:pt x="460257" y="430602"/>
                  <a:pt x="460257" y="423013"/>
                </a:cubicBezTo>
                <a:cubicBezTo>
                  <a:pt x="460257" y="415424"/>
                  <a:pt x="446508" y="408986"/>
                  <a:pt x="446508" y="408986"/>
                </a:cubicBezTo>
                <a:close/>
                <a:moveTo>
                  <a:pt x="152858" y="408986"/>
                </a:moveTo>
                <a:lnTo>
                  <a:pt x="27874" y="408986"/>
                </a:lnTo>
                <a:lnTo>
                  <a:pt x="27874" y="329482"/>
                </a:lnTo>
                <a:lnTo>
                  <a:pt x="152858" y="227930"/>
                </a:lnTo>
                <a:lnTo>
                  <a:pt x="152858" y="408986"/>
                </a:lnTo>
                <a:close/>
                <a:moveTo>
                  <a:pt x="294927" y="408986"/>
                </a:moveTo>
                <a:lnTo>
                  <a:pt x="180733" y="408986"/>
                </a:lnTo>
                <a:lnTo>
                  <a:pt x="180733" y="221609"/>
                </a:lnTo>
                <a:lnTo>
                  <a:pt x="294927" y="280531"/>
                </a:lnTo>
                <a:lnTo>
                  <a:pt x="294927" y="408986"/>
                </a:lnTo>
                <a:lnTo>
                  <a:pt x="294927" y="4089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7B879D"/>
              </a:solidFill>
              <a:latin typeface="Arial"/>
              <a:ea typeface="Arial"/>
              <a:cs typeface="Arial"/>
              <a:sym typeface="Arial"/>
            </a:endParaRPr>
          </a:p>
        </p:txBody>
      </p:sp>
      <p:sp>
        <p:nvSpPr>
          <p:cNvPr id="2" name="TextBox 1">
            <a:extLst>
              <a:ext uri="{FF2B5EF4-FFF2-40B4-BE49-F238E27FC236}">
                <a16:creationId xmlns:a16="http://schemas.microsoft.com/office/drawing/2014/main" id="{A4212CBF-028F-5E98-492B-FBC8F6389143}"/>
              </a:ext>
            </a:extLst>
          </p:cNvPr>
          <p:cNvSpPr txBox="1"/>
          <p:nvPr/>
        </p:nvSpPr>
        <p:spPr>
          <a:xfrm>
            <a:off x="390075" y="1935624"/>
            <a:ext cx="24099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Sans-Serif"/>
              <a:buChar char="•"/>
            </a:pPr>
            <a:r>
              <a:rPr lang="en" sz="1200">
                <a:solidFill>
                  <a:srgbClr val="00094A"/>
                </a:solidFill>
                <a:latin typeface="Maven Pro"/>
              </a:rPr>
              <a:t>Welcome Call Program</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Guided Support Tutorials</a:t>
            </a:r>
            <a:endParaRPr lang="en-US" sz="1200">
              <a:solidFill>
                <a:srgbClr val="00094A"/>
              </a:solidFill>
              <a:latin typeface="Maven Pro"/>
            </a:endParaRPr>
          </a:p>
          <a:p>
            <a:pPr marL="171450" indent="-171450">
              <a:buFont typeface="Arial,Sans-Serif"/>
              <a:buChar char="•"/>
            </a:pPr>
            <a:r>
              <a:rPr lang="en" sz="1200">
                <a:solidFill>
                  <a:srgbClr val="00094A"/>
                </a:solidFill>
                <a:latin typeface="Maven Pro"/>
              </a:rPr>
              <a:t>Engagement Incentive</a:t>
            </a:r>
            <a:endParaRPr lang="en-US"/>
          </a:p>
        </p:txBody>
      </p:sp>
    </p:spTree>
    <p:extLst>
      <p:ext uri="{BB962C8B-B14F-4D97-AF65-F5344CB8AC3E}">
        <p14:creationId xmlns:p14="http://schemas.microsoft.com/office/powerpoint/2010/main" val="402428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690" name="Google Shape;1690;p71"/>
          <p:cNvSpPr/>
          <p:nvPr/>
        </p:nvSpPr>
        <p:spPr>
          <a:xfrm>
            <a:off x="2605275" y="2603582"/>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91" name="Google Shape;1691;p71"/>
          <p:cNvSpPr/>
          <p:nvPr/>
        </p:nvSpPr>
        <p:spPr>
          <a:xfrm>
            <a:off x="3641613" y="2603582"/>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92" name="Google Shape;1692;p71"/>
          <p:cNvSpPr/>
          <p:nvPr/>
        </p:nvSpPr>
        <p:spPr>
          <a:xfrm>
            <a:off x="4677963" y="2603582"/>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93" name="Google Shape;1693;p71"/>
          <p:cNvSpPr/>
          <p:nvPr/>
        </p:nvSpPr>
        <p:spPr>
          <a:xfrm>
            <a:off x="5659713" y="2603582"/>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94" name="Google Shape;1694;p71"/>
          <p:cNvSpPr txBox="1">
            <a:spLocks noGrp="1"/>
          </p:cNvSpPr>
          <p:nvPr>
            <p:ph type="ctrTitle"/>
          </p:nvPr>
        </p:nvSpPr>
        <p:spPr>
          <a:xfrm>
            <a:off x="2685375" y="552694"/>
            <a:ext cx="3773100" cy="90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1695" name="Google Shape;1695;p71"/>
          <p:cNvSpPr txBox="1">
            <a:spLocks noGrp="1"/>
          </p:cNvSpPr>
          <p:nvPr>
            <p:ph type="subTitle" idx="1"/>
          </p:nvPr>
        </p:nvSpPr>
        <p:spPr>
          <a:xfrm>
            <a:off x="2685375" y="1369144"/>
            <a:ext cx="3773100" cy="107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b="1"/>
              <a:t>Do you have any questions?</a:t>
            </a:r>
            <a:endParaRPr b="1"/>
          </a:p>
          <a:p>
            <a:pPr marL="0" lvl="0" indent="0" algn="ctr" rtl="0">
              <a:spcBef>
                <a:spcPts val="0"/>
              </a:spcBef>
              <a:spcAft>
                <a:spcPts val="0"/>
              </a:spcAft>
              <a:buClr>
                <a:schemeClr val="lt1"/>
              </a:buClr>
              <a:buSzPts val="1100"/>
              <a:buFont typeface="Arial"/>
              <a:buNone/>
            </a:pPr>
            <a:r>
              <a:rPr lang="en"/>
              <a:t>youremail@freepik.com </a:t>
            </a:r>
            <a:endParaRPr/>
          </a:p>
          <a:p>
            <a:pPr marL="0" lvl="0" indent="0" algn="ctr" rtl="0">
              <a:spcBef>
                <a:spcPts val="0"/>
              </a:spcBef>
              <a:spcAft>
                <a:spcPts val="0"/>
              </a:spcAft>
              <a:buClr>
                <a:schemeClr val="lt1"/>
              </a:buClr>
              <a:buSzPts val="1100"/>
              <a:buFont typeface="Arial"/>
              <a:buNone/>
            </a:pPr>
            <a:r>
              <a:rPr lang="en"/>
              <a:t>+91  620 421 838 </a:t>
            </a:r>
            <a:endParaRPr/>
          </a:p>
          <a:p>
            <a:pPr marL="0" lvl="0" indent="0" algn="ctr" rtl="0">
              <a:spcBef>
                <a:spcPts val="0"/>
              </a:spcBef>
              <a:spcAft>
                <a:spcPts val="0"/>
              </a:spcAft>
              <a:buNone/>
            </a:pPr>
            <a:r>
              <a:rPr lang="en"/>
              <a:t>yourwebsite.com</a:t>
            </a:r>
            <a:endParaRPr/>
          </a:p>
        </p:txBody>
      </p:sp>
      <p:sp>
        <p:nvSpPr>
          <p:cNvPr id="1696" name="Google Shape;1696;p71"/>
          <p:cNvSpPr txBox="1">
            <a:spLocks noGrp="1"/>
          </p:cNvSpPr>
          <p:nvPr>
            <p:ph type="subTitle" idx="4294967295"/>
          </p:nvPr>
        </p:nvSpPr>
        <p:spPr>
          <a:xfrm>
            <a:off x="3014700" y="4247902"/>
            <a:ext cx="3114600" cy="34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000"/>
              <a:t>Please keep this slide for attribution</a:t>
            </a:r>
            <a:endParaRPr sz="1000"/>
          </a:p>
        </p:txBody>
      </p:sp>
      <p:sp>
        <p:nvSpPr>
          <p:cNvPr id="1697" name="Google Shape;1697;p71"/>
          <p:cNvSpPr/>
          <p:nvPr/>
        </p:nvSpPr>
        <p:spPr>
          <a:xfrm>
            <a:off x="2841086" y="2839390"/>
            <a:ext cx="407383" cy="407383"/>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8" name="Google Shape;1698;p71"/>
          <p:cNvGrpSpPr/>
          <p:nvPr/>
        </p:nvGrpSpPr>
        <p:grpSpPr>
          <a:xfrm>
            <a:off x="3877401" y="2839390"/>
            <a:ext cx="407432" cy="407391"/>
            <a:chOff x="812101" y="2571761"/>
            <a:chExt cx="417066" cy="417024"/>
          </a:xfrm>
        </p:grpSpPr>
        <p:sp>
          <p:nvSpPr>
            <p:cNvPr id="1699" name="Google Shape;1699;p71"/>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71"/>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71"/>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71"/>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3" name="Google Shape;1703;p71"/>
          <p:cNvGrpSpPr/>
          <p:nvPr/>
        </p:nvGrpSpPr>
        <p:grpSpPr>
          <a:xfrm>
            <a:off x="4913783" y="2839390"/>
            <a:ext cx="407391" cy="407391"/>
            <a:chOff x="1323129" y="2571761"/>
            <a:chExt cx="417024" cy="417024"/>
          </a:xfrm>
        </p:grpSpPr>
        <p:sp>
          <p:nvSpPr>
            <p:cNvPr id="1704" name="Google Shape;1704;p71"/>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71"/>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71"/>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71"/>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8" name="Google Shape;1708;p71"/>
          <p:cNvGrpSpPr/>
          <p:nvPr/>
        </p:nvGrpSpPr>
        <p:grpSpPr>
          <a:xfrm>
            <a:off x="5899642" y="2817723"/>
            <a:ext cx="399178" cy="399178"/>
            <a:chOff x="2038375" y="3798025"/>
            <a:chExt cx="841792" cy="841792"/>
          </a:xfrm>
        </p:grpSpPr>
        <p:sp>
          <p:nvSpPr>
            <p:cNvPr id="1709" name="Google Shape;1709;p71"/>
            <p:cNvSpPr/>
            <p:nvPr/>
          </p:nvSpPr>
          <p:spPr>
            <a:xfrm>
              <a:off x="2186646" y="3907135"/>
              <a:ext cx="545341" cy="623694"/>
            </a:xfrm>
            <a:custGeom>
              <a:avLst/>
              <a:gdLst/>
              <a:ahLst/>
              <a:cxnLst/>
              <a:rect l="l" t="t" r="r" b="b"/>
              <a:pathLst>
                <a:path w="182541" h="208768" extrusionOk="0">
                  <a:moveTo>
                    <a:pt x="124804" y="12232"/>
                  </a:moveTo>
                  <a:cubicBezTo>
                    <a:pt x="127609" y="36012"/>
                    <a:pt x="146529" y="54932"/>
                    <a:pt x="170308" y="57737"/>
                  </a:cubicBezTo>
                  <a:lnTo>
                    <a:pt x="170308" y="78353"/>
                  </a:lnTo>
                  <a:cubicBezTo>
                    <a:pt x="157261" y="77276"/>
                    <a:pt x="144865" y="72710"/>
                    <a:pt x="134166" y="65011"/>
                  </a:cubicBezTo>
                  <a:cubicBezTo>
                    <a:pt x="133084" y="64247"/>
                    <a:pt x="131821" y="63855"/>
                    <a:pt x="130560" y="63855"/>
                  </a:cubicBezTo>
                  <a:cubicBezTo>
                    <a:pt x="129615" y="63855"/>
                    <a:pt x="128671" y="64075"/>
                    <a:pt x="127805" y="64522"/>
                  </a:cubicBezTo>
                  <a:cubicBezTo>
                    <a:pt x="125750" y="65566"/>
                    <a:pt x="124478" y="67686"/>
                    <a:pt x="124478" y="69970"/>
                  </a:cubicBezTo>
                  <a:lnTo>
                    <a:pt x="124478" y="140429"/>
                  </a:lnTo>
                  <a:cubicBezTo>
                    <a:pt x="124478" y="171352"/>
                    <a:pt x="99295" y="196535"/>
                    <a:pt x="68339" y="196535"/>
                  </a:cubicBezTo>
                  <a:cubicBezTo>
                    <a:pt x="37383" y="196535"/>
                    <a:pt x="12233" y="171352"/>
                    <a:pt x="12233" y="140429"/>
                  </a:cubicBezTo>
                  <a:cubicBezTo>
                    <a:pt x="12233" y="111527"/>
                    <a:pt x="34153" y="87682"/>
                    <a:pt x="62239" y="84616"/>
                  </a:cubicBezTo>
                  <a:lnTo>
                    <a:pt x="62239" y="105330"/>
                  </a:lnTo>
                  <a:cubicBezTo>
                    <a:pt x="45505" y="108265"/>
                    <a:pt x="32751" y="122879"/>
                    <a:pt x="32751" y="140429"/>
                  </a:cubicBezTo>
                  <a:cubicBezTo>
                    <a:pt x="32751" y="160033"/>
                    <a:pt x="48702" y="176017"/>
                    <a:pt x="68339" y="176017"/>
                  </a:cubicBezTo>
                  <a:cubicBezTo>
                    <a:pt x="87976" y="176017"/>
                    <a:pt x="103927" y="160033"/>
                    <a:pt x="103927" y="140429"/>
                  </a:cubicBezTo>
                  <a:lnTo>
                    <a:pt x="103927" y="12232"/>
                  </a:lnTo>
                  <a:close/>
                  <a:moveTo>
                    <a:pt x="97827" y="0"/>
                  </a:moveTo>
                  <a:cubicBezTo>
                    <a:pt x="94435" y="0"/>
                    <a:pt x="91695" y="2740"/>
                    <a:pt x="91695" y="6133"/>
                  </a:cubicBezTo>
                  <a:lnTo>
                    <a:pt x="91695" y="140429"/>
                  </a:lnTo>
                  <a:cubicBezTo>
                    <a:pt x="91695" y="153313"/>
                    <a:pt x="81224" y="163784"/>
                    <a:pt x="68339" y="163784"/>
                  </a:cubicBezTo>
                  <a:cubicBezTo>
                    <a:pt x="55454" y="163784"/>
                    <a:pt x="44983" y="153313"/>
                    <a:pt x="44983" y="140429"/>
                  </a:cubicBezTo>
                  <a:cubicBezTo>
                    <a:pt x="44983" y="127544"/>
                    <a:pt x="55454" y="117040"/>
                    <a:pt x="68339" y="117040"/>
                  </a:cubicBezTo>
                  <a:cubicBezTo>
                    <a:pt x="71731" y="117040"/>
                    <a:pt x="74471" y="114300"/>
                    <a:pt x="74471" y="110940"/>
                  </a:cubicBezTo>
                  <a:lnTo>
                    <a:pt x="74471" y="78190"/>
                  </a:lnTo>
                  <a:cubicBezTo>
                    <a:pt x="74471" y="74797"/>
                    <a:pt x="71731" y="72057"/>
                    <a:pt x="68339" y="72057"/>
                  </a:cubicBezTo>
                  <a:cubicBezTo>
                    <a:pt x="30663" y="72057"/>
                    <a:pt x="0" y="102720"/>
                    <a:pt x="0" y="140429"/>
                  </a:cubicBezTo>
                  <a:cubicBezTo>
                    <a:pt x="0" y="178104"/>
                    <a:pt x="30663" y="208767"/>
                    <a:pt x="68339" y="208767"/>
                  </a:cubicBezTo>
                  <a:cubicBezTo>
                    <a:pt x="106047" y="208767"/>
                    <a:pt x="136710" y="178104"/>
                    <a:pt x="136710" y="140429"/>
                  </a:cubicBezTo>
                  <a:lnTo>
                    <a:pt x="136710" y="80963"/>
                  </a:lnTo>
                  <a:cubicBezTo>
                    <a:pt x="148877" y="87454"/>
                    <a:pt x="162414" y="90846"/>
                    <a:pt x="176441" y="90846"/>
                  </a:cubicBezTo>
                  <a:cubicBezTo>
                    <a:pt x="179801" y="90846"/>
                    <a:pt x="182541" y="88106"/>
                    <a:pt x="182541" y="84746"/>
                  </a:cubicBezTo>
                  <a:lnTo>
                    <a:pt x="182541" y="51963"/>
                  </a:lnTo>
                  <a:cubicBezTo>
                    <a:pt x="182541" y="48604"/>
                    <a:pt x="179801" y="45864"/>
                    <a:pt x="176441" y="45864"/>
                  </a:cubicBezTo>
                  <a:cubicBezTo>
                    <a:pt x="154520" y="45864"/>
                    <a:pt x="136710" y="28020"/>
                    <a:pt x="136710" y="6133"/>
                  </a:cubicBezTo>
                  <a:cubicBezTo>
                    <a:pt x="136710" y="2740"/>
                    <a:pt x="133970" y="0"/>
                    <a:pt x="13057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1"/>
            <p:cNvSpPr/>
            <p:nvPr/>
          </p:nvSpPr>
          <p:spPr>
            <a:xfrm>
              <a:off x="2038375" y="3798025"/>
              <a:ext cx="841792" cy="841792"/>
            </a:xfrm>
            <a:custGeom>
              <a:avLst/>
              <a:gdLst/>
              <a:ahLst/>
              <a:cxnLst/>
              <a:rect l="l" t="t" r="r" b="b"/>
              <a:pathLst>
                <a:path w="19982" h="19982" extrusionOk="0">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1" name="Google Shape;1711;p71"/>
          <p:cNvSpPr/>
          <p:nvPr/>
        </p:nvSpPr>
        <p:spPr>
          <a:xfrm rot="10800000">
            <a:off x="6464197" y="-78300"/>
            <a:ext cx="27108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2" name="Google Shape;1712;p71"/>
          <p:cNvSpPr/>
          <p:nvPr/>
        </p:nvSpPr>
        <p:spPr>
          <a:xfrm flipH="1">
            <a:off x="7903891"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3" name="Google Shape;1713;p71"/>
          <p:cNvSpPr/>
          <p:nvPr/>
        </p:nvSpPr>
        <p:spPr>
          <a:xfrm>
            <a:off x="-47450" y="3439475"/>
            <a:ext cx="1965300" cy="1704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4" name="Google Shape;1714;p71"/>
          <p:cNvSpPr/>
          <p:nvPr/>
        </p:nvSpPr>
        <p:spPr>
          <a:xfrm>
            <a:off x="-47450" y="4594800"/>
            <a:ext cx="4157400" cy="5487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5" name="Google Shape;1715;p71"/>
          <p:cNvSpPr/>
          <p:nvPr/>
        </p:nvSpPr>
        <p:spPr>
          <a:xfrm flipH="1">
            <a:off x="6895591"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16" name="Google Shape;1716;p71"/>
          <p:cNvSpPr/>
          <p:nvPr/>
        </p:nvSpPr>
        <p:spPr>
          <a:xfrm flipH="1">
            <a:off x="-630087" y="896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717" name="Google Shape;1717;p71"/>
          <p:cNvGrpSpPr/>
          <p:nvPr/>
        </p:nvGrpSpPr>
        <p:grpSpPr>
          <a:xfrm flipH="1">
            <a:off x="479188" y="2241175"/>
            <a:ext cx="986125" cy="2095500"/>
            <a:chOff x="7631225" y="2241175"/>
            <a:chExt cx="986125" cy="2095500"/>
          </a:xfrm>
        </p:grpSpPr>
        <p:cxnSp>
          <p:nvCxnSpPr>
            <p:cNvPr id="1718" name="Google Shape;1718;p7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19" name="Google Shape;1719;p7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0" name="Google Shape;1720;p7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1" name="Google Shape;1721;p7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2" name="Google Shape;1722;p7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3" name="Google Shape;1723;p7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4" name="Google Shape;1724;p7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5" name="Google Shape;1725;p7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6" name="Google Shape;1726;p7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7" name="Google Shape;1727;p7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8" name="Google Shape;1728;p7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29" name="Google Shape;1729;p7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30" name="Google Shape;1730;p7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731" name="Google Shape;1731;p7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Tree>
  </p:cSld>
  <p:clrMapOvr>
    <a:masterClrMapping/>
  </p:clrMapOvr>
</p:sld>
</file>

<file path=ppt/theme/theme1.xml><?xml version="1.0" encoding="utf-8"?>
<a:theme xmlns:a="http://schemas.openxmlformats.org/drawingml/2006/main" name="Business Annual Report by Slidesgo">
  <a:themeElements>
    <a:clrScheme name="Simple Light">
      <a:dk1>
        <a:srgbClr val="00094A"/>
      </a:dk1>
      <a:lt1>
        <a:srgbClr val="00649F"/>
      </a:lt1>
      <a:dk2>
        <a:srgbClr val="FEFEFE"/>
      </a:dk2>
      <a:lt2>
        <a:srgbClr val="63DBF5"/>
      </a:lt2>
      <a:accent1>
        <a:srgbClr val="006DF5"/>
      </a:accent1>
      <a:accent2>
        <a:srgbClr val="516CEE"/>
      </a:accent2>
      <a:accent3>
        <a:srgbClr val="FFFFFF"/>
      </a:accent3>
      <a:accent4>
        <a:srgbClr val="FFFFFF"/>
      </a:accent4>
      <a:accent5>
        <a:srgbClr val="FFFFFF"/>
      </a:accent5>
      <a:accent6>
        <a:srgbClr val="FFFFFF"/>
      </a:accent6>
      <a:hlink>
        <a:srgbClr val="0009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Business Annual Report by Slidesgo</vt:lpstr>
      <vt:lpstr>COB: MSBA 653 TruSource Report</vt:lpstr>
      <vt:lpstr>Table of contents</vt:lpstr>
      <vt:lpstr>Case Background​</vt:lpstr>
      <vt:lpstr>Data Overview    </vt:lpstr>
      <vt:lpstr>Exploratory Data Analysis(1/4)</vt:lpstr>
      <vt:lpstr>Exploratory Data Analysis(2/4)</vt:lpstr>
      <vt:lpstr>Exploratory Data Analysis(3/4)</vt:lpstr>
      <vt:lpstr>Exploratory Data Analysis(4/4)</vt:lpstr>
      <vt:lpstr>Feature Engineering</vt:lpstr>
      <vt:lpstr>Performance Estimation </vt:lpstr>
      <vt:lpstr>Final Model</vt:lpstr>
      <vt:lpstr>Parameters</vt:lpstr>
      <vt:lpstr>Model Evaluation</vt:lpstr>
      <vt:lpstr>Gain Importance</vt:lpstr>
      <vt:lpstr>SHAP values</vt:lpstr>
      <vt:lpstr>SHAP Dependency Plots</vt:lpstr>
      <vt:lpstr>Segmentation (1/2)</vt:lpstr>
      <vt:lpstr>Thanks</vt:lpstr>
      <vt:lpstr>Segmentation(2/2)</vt:lpstr>
      <vt:lpstr>Recommendations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cp:lastPrinted>2026-02-11T00:07:11Z</cp:lastPrinted>
  <dcterms:modified xsi:type="dcterms:W3CDTF">2026-02-11T00:09:19Z</dcterms:modified>
</cp:coreProperties>
</file>