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11" r:id="rId3"/>
    <p:sldId id="276" r:id="rId4"/>
    <p:sldId id="277" r:id="rId5"/>
    <p:sldId id="278" r:id="rId6"/>
    <p:sldId id="279" r:id="rId7"/>
    <p:sldId id="281" r:id="rId8"/>
    <p:sldId id="305" r:id="rId9"/>
    <p:sldId id="304" r:id="rId10"/>
    <p:sldId id="306" r:id="rId11"/>
    <p:sldId id="310" r:id="rId12"/>
    <p:sldId id="308" r:id="rId13"/>
    <p:sldId id="307" r:id="rId14"/>
    <p:sldId id="30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9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7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713179-ECAF-438B-A84D-2D036D1B15D7}" type="doc">
      <dgm:prSet loTypeId="urn:microsoft.com/office/officeart/2005/8/layout/hierarchy4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CFC0C55A-DD60-4AF2-B354-E046CC276272}">
      <dgm:prSet phldrT="[Text]"/>
      <dgm:spPr/>
      <dgm:t>
        <a:bodyPr/>
        <a:lstStyle/>
        <a:p>
          <a:r>
            <a:rPr lang="en-GB" dirty="0"/>
            <a:t>Data Science</a:t>
          </a:r>
          <a:endParaRPr lang="en-IN" dirty="0"/>
        </a:p>
      </dgm:t>
    </dgm:pt>
    <dgm:pt modelId="{6C3B7FAD-0B2A-44C9-9945-5103B39AF0FD}" type="parTrans" cxnId="{ED3C1FF1-3F52-45C3-B7A1-35FE08CC5A9D}">
      <dgm:prSet/>
      <dgm:spPr/>
      <dgm:t>
        <a:bodyPr/>
        <a:lstStyle/>
        <a:p>
          <a:endParaRPr lang="en-IN"/>
        </a:p>
      </dgm:t>
    </dgm:pt>
    <dgm:pt modelId="{87A728FA-39A6-4E9F-ADBC-62D4FB06C670}" type="sibTrans" cxnId="{ED3C1FF1-3F52-45C3-B7A1-35FE08CC5A9D}">
      <dgm:prSet/>
      <dgm:spPr/>
      <dgm:t>
        <a:bodyPr/>
        <a:lstStyle/>
        <a:p>
          <a:endParaRPr lang="en-IN"/>
        </a:p>
      </dgm:t>
    </dgm:pt>
    <dgm:pt modelId="{AFB32F69-DC99-4D7E-BB40-FBDF7EF66160}">
      <dgm:prSet phldrT="[Text]"/>
      <dgm:spPr/>
      <dgm:t>
        <a:bodyPr/>
        <a:lstStyle/>
        <a:p>
          <a:r>
            <a:rPr lang="en-GB" dirty="0"/>
            <a:t>ML, DL</a:t>
          </a:r>
          <a:endParaRPr lang="en-IN" dirty="0"/>
        </a:p>
      </dgm:t>
    </dgm:pt>
    <dgm:pt modelId="{AF6E756D-A748-4BB8-8843-3D6B8487BAFC}" type="parTrans" cxnId="{0E8A1068-C273-43F3-82EB-FAA558F6DE1A}">
      <dgm:prSet/>
      <dgm:spPr/>
      <dgm:t>
        <a:bodyPr/>
        <a:lstStyle/>
        <a:p>
          <a:endParaRPr lang="en-IN"/>
        </a:p>
      </dgm:t>
    </dgm:pt>
    <dgm:pt modelId="{D81A215B-8BF1-4566-A5B6-81391AEFED4F}" type="sibTrans" cxnId="{0E8A1068-C273-43F3-82EB-FAA558F6DE1A}">
      <dgm:prSet/>
      <dgm:spPr/>
      <dgm:t>
        <a:bodyPr/>
        <a:lstStyle/>
        <a:p>
          <a:endParaRPr lang="en-IN"/>
        </a:p>
      </dgm:t>
    </dgm:pt>
    <dgm:pt modelId="{ED0B5443-4BF4-4BAE-A8E1-20BFD8D3F58F}">
      <dgm:prSet phldrT="[Text]"/>
      <dgm:spPr/>
      <dgm:t>
        <a:bodyPr/>
        <a:lstStyle/>
        <a:p>
          <a:r>
            <a:rPr lang="en-GB" dirty="0"/>
            <a:t>Web Dev</a:t>
          </a:r>
          <a:endParaRPr lang="en-IN" dirty="0"/>
        </a:p>
      </dgm:t>
    </dgm:pt>
    <dgm:pt modelId="{3974329A-96CF-4422-8A52-AFC6D6140DDA}" type="parTrans" cxnId="{E0733EED-3055-418E-94FC-930B450416E2}">
      <dgm:prSet/>
      <dgm:spPr/>
      <dgm:t>
        <a:bodyPr/>
        <a:lstStyle/>
        <a:p>
          <a:endParaRPr lang="en-IN"/>
        </a:p>
      </dgm:t>
    </dgm:pt>
    <dgm:pt modelId="{CD03ABE5-FB35-48FB-BCF9-6D0213BE89F0}" type="sibTrans" cxnId="{E0733EED-3055-418E-94FC-930B450416E2}">
      <dgm:prSet/>
      <dgm:spPr/>
      <dgm:t>
        <a:bodyPr/>
        <a:lstStyle/>
        <a:p>
          <a:endParaRPr lang="en-IN"/>
        </a:p>
      </dgm:t>
    </dgm:pt>
    <dgm:pt modelId="{B127A174-86D8-4555-8130-6FFEF2503107}">
      <dgm:prSet phldrT="[Text]"/>
      <dgm:spPr/>
      <dgm:t>
        <a:bodyPr/>
        <a:lstStyle/>
        <a:p>
          <a:r>
            <a:rPr lang="en-GB" dirty="0"/>
            <a:t>AI</a:t>
          </a:r>
          <a:endParaRPr lang="en-IN" dirty="0"/>
        </a:p>
      </dgm:t>
    </dgm:pt>
    <dgm:pt modelId="{6DDBE3D8-D8AE-4648-9958-D96E0F81A982}" type="parTrans" cxnId="{A93880C1-4675-4C9E-8FD3-57634F3055E1}">
      <dgm:prSet/>
      <dgm:spPr/>
      <dgm:t>
        <a:bodyPr/>
        <a:lstStyle/>
        <a:p>
          <a:endParaRPr lang="en-IN"/>
        </a:p>
      </dgm:t>
    </dgm:pt>
    <dgm:pt modelId="{2FD02CA1-FE73-4DF2-A978-2D540C218FE3}" type="sibTrans" cxnId="{A93880C1-4675-4C9E-8FD3-57634F3055E1}">
      <dgm:prSet/>
      <dgm:spPr/>
      <dgm:t>
        <a:bodyPr/>
        <a:lstStyle/>
        <a:p>
          <a:endParaRPr lang="en-IN"/>
        </a:p>
      </dgm:t>
    </dgm:pt>
    <dgm:pt modelId="{B5ECDF59-85E9-4715-B53D-9DF6AB788434}">
      <dgm:prSet phldrT="[Text]"/>
      <dgm:spPr/>
      <dgm:t>
        <a:bodyPr/>
        <a:lstStyle/>
        <a:p>
          <a:r>
            <a:rPr lang="en-GB" dirty="0"/>
            <a:t>Automation</a:t>
          </a:r>
          <a:endParaRPr lang="en-IN" dirty="0"/>
        </a:p>
      </dgm:t>
    </dgm:pt>
    <dgm:pt modelId="{398E9AF2-8390-4800-A236-C97139FE535D}" type="parTrans" cxnId="{4C4FDEBC-66DB-4688-AA65-10D5E117A1FF}">
      <dgm:prSet/>
      <dgm:spPr/>
      <dgm:t>
        <a:bodyPr/>
        <a:lstStyle/>
        <a:p>
          <a:endParaRPr lang="en-IN"/>
        </a:p>
      </dgm:t>
    </dgm:pt>
    <dgm:pt modelId="{C0573DAD-680E-4C76-AF04-44E54BF345E1}" type="sibTrans" cxnId="{4C4FDEBC-66DB-4688-AA65-10D5E117A1FF}">
      <dgm:prSet/>
      <dgm:spPr/>
      <dgm:t>
        <a:bodyPr/>
        <a:lstStyle/>
        <a:p>
          <a:endParaRPr lang="en-IN"/>
        </a:p>
      </dgm:t>
    </dgm:pt>
    <dgm:pt modelId="{74FD7696-4EAB-48B4-AE83-CDA52A1B764B}">
      <dgm:prSet/>
      <dgm:spPr/>
      <dgm:t>
        <a:bodyPr/>
        <a:lstStyle/>
        <a:p>
          <a:r>
            <a:rPr lang="en-GB"/>
            <a:t>Robotics</a:t>
          </a:r>
          <a:endParaRPr lang="en-IN" dirty="0"/>
        </a:p>
      </dgm:t>
    </dgm:pt>
    <dgm:pt modelId="{B16D948C-F695-4ABB-95D7-E91FFD7191C3}" type="parTrans" cxnId="{EC1AB1D5-E7F6-4E49-A2F2-A7E70EDAAF53}">
      <dgm:prSet/>
      <dgm:spPr/>
      <dgm:t>
        <a:bodyPr/>
        <a:lstStyle/>
        <a:p>
          <a:endParaRPr lang="en-IN"/>
        </a:p>
      </dgm:t>
    </dgm:pt>
    <dgm:pt modelId="{BADE59FB-1165-47CD-8DF1-20118FE58554}" type="sibTrans" cxnId="{EC1AB1D5-E7F6-4E49-A2F2-A7E70EDAAF53}">
      <dgm:prSet/>
      <dgm:spPr/>
      <dgm:t>
        <a:bodyPr/>
        <a:lstStyle/>
        <a:p>
          <a:endParaRPr lang="en-IN"/>
        </a:p>
      </dgm:t>
    </dgm:pt>
    <dgm:pt modelId="{BA18DE56-8A3F-4339-AAFC-8B7DC88F4488}">
      <dgm:prSet phldrT="[Text]"/>
      <dgm:spPr/>
      <dgm:t>
        <a:bodyPr/>
        <a:lstStyle/>
        <a:p>
          <a:r>
            <a:rPr lang="en-GB" dirty="0"/>
            <a:t>Stat.</a:t>
          </a:r>
          <a:endParaRPr lang="en-IN" dirty="0"/>
        </a:p>
      </dgm:t>
    </dgm:pt>
    <dgm:pt modelId="{378F0EAD-6A7A-49F4-BE88-416551E90BCE}" type="parTrans" cxnId="{193EE40C-84DA-40EF-B1A0-BF841FB96C08}">
      <dgm:prSet/>
      <dgm:spPr/>
      <dgm:t>
        <a:bodyPr/>
        <a:lstStyle/>
        <a:p>
          <a:endParaRPr lang="en-IN"/>
        </a:p>
      </dgm:t>
    </dgm:pt>
    <dgm:pt modelId="{14E15D8B-3D0A-4068-819D-C63D4D0D5B9F}" type="sibTrans" cxnId="{193EE40C-84DA-40EF-B1A0-BF841FB96C08}">
      <dgm:prSet/>
      <dgm:spPr/>
      <dgm:t>
        <a:bodyPr/>
        <a:lstStyle/>
        <a:p>
          <a:endParaRPr lang="en-IN"/>
        </a:p>
      </dgm:t>
    </dgm:pt>
    <dgm:pt modelId="{AF1F89D1-C6E9-4BFF-A8F5-F9C639814BAF}">
      <dgm:prSet/>
      <dgm:spPr/>
      <dgm:t>
        <a:bodyPr/>
        <a:lstStyle/>
        <a:p>
          <a:r>
            <a:rPr lang="en-GB" dirty="0"/>
            <a:t>Web Scrapping</a:t>
          </a:r>
          <a:endParaRPr lang="en-IN" dirty="0"/>
        </a:p>
      </dgm:t>
    </dgm:pt>
    <dgm:pt modelId="{66D36B71-7FB3-489E-BA99-E14BDF7315DF}" type="parTrans" cxnId="{F548341A-C506-4F78-B347-A66719A7AB31}">
      <dgm:prSet/>
      <dgm:spPr/>
      <dgm:t>
        <a:bodyPr/>
        <a:lstStyle/>
        <a:p>
          <a:endParaRPr lang="en-IN"/>
        </a:p>
      </dgm:t>
    </dgm:pt>
    <dgm:pt modelId="{AEECE280-C8F5-4147-9FA5-CC5B2E77D532}" type="sibTrans" cxnId="{F548341A-C506-4F78-B347-A66719A7AB31}">
      <dgm:prSet/>
      <dgm:spPr/>
      <dgm:t>
        <a:bodyPr/>
        <a:lstStyle/>
        <a:p>
          <a:endParaRPr lang="en-IN"/>
        </a:p>
      </dgm:t>
    </dgm:pt>
    <dgm:pt modelId="{E24100B4-17DD-4249-BF3B-1C18BBBDA664}" type="pres">
      <dgm:prSet presAssocID="{67713179-ECAF-438B-A84D-2D036D1B15D7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97DD111-1BD9-4C97-8948-7652CF09BE58}" type="pres">
      <dgm:prSet presAssocID="{CFC0C55A-DD60-4AF2-B354-E046CC276272}" presName="vertOne" presStyleCnt="0"/>
      <dgm:spPr/>
    </dgm:pt>
    <dgm:pt modelId="{2C607166-EADE-4800-A0F6-4DBD4948816F}" type="pres">
      <dgm:prSet presAssocID="{CFC0C55A-DD60-4AF2-B354-E046CC276272}" presName="txOne" presStyleLbl="node0" presStyleIdx="0" presStyleCnt="1">
        <dgm:presLayoutVars>
          <dgm:chPref val="3"/>
        </dgm:presLayoutVars>
      </dgm:prSet>
      <dgm:spPr/>
    </dgm:pt>
    <dgm:pt modelId="{10E93B3D-B60F-40D8-91E2-51A7C2A280A4}" type="pres">
      <dgm:prSet presAssocID="{CFC0C55A-DD60-4AF2-B354-E046CC276272}" presName="parTransOne" presStyleCnt="0"/>
      <dgm:spPr/>
    </dgm:pt>
    <dgm:pt modelId="{6755F808-5163-46D4-8B56-DA83A4C48A26}" type="pres">
      <dgm:prSet presAssocID="{CFC0C55A-DD60-4AF2-B354-E046CC276272}" presName="horzOne" presStyleCnt="0"/>
      <dgm:spPr/>
    </dgm:pt>
    <dgm:pt modelId="{BAA18D5B-6E6D-421F-9E75-CFA905E6734D}" type="pres">
      <dgm:prSet presAssocID="{AFB32F69-DC99-4D7E-BB40-FBDF7EF66160}" presName="vertTwo" presStyleCnt="0"/>
      <dgm:spPr/>
    </dgm:pt>
    <dgm:pt modelId="{4C54CD71-8CDE-4EAE-9059-E9CAC0DC5DE7}" type="pres">
      <dgm:prSet presAssocID="{AFB32F69-DC99-4D7E-BB40-FBDF7EF66160}" presName="txTwo" presStyleLbl="node2" presStyleIdx="0" presStyleCnt="3">
        <dgm:presLayoutVars>
          <dgm:chPref val="3"/>
        </dgm:presLayoutVars>
      </dgm:prSet>
      <dgm:spPr/>
    </dgm:pt>
    <dgm:pt modelId="{7A41C05B-9FED-48F5-AA79-FC3C67EFCE4D}" type="pres">
      <dgm:prSet presAssocID="{AFB32F69-DC99-4D7E-BB40-FBDF7EF66160}" presName="parTransTwo" presStyleCnt="0"/>
      <dgm:spPr/>
    </dgm:pt>
    <dgm:pt modelId="{2A2FFC0B-0FCA-4981-A37A-A2B679FED83E}" type="pres">
      <dgm:prSet presAssocID="{AFB32F69-DC99-4D7E-BB40-FBDF7EF66160}" presName="horzTwo" presStyleCnt="0"/>
      <dgm:spPr/>
    </dgm:pt>
    <dgm:pt modelId="{F53019F9-7F08-455A-82E3-EF8DE27AD4E3}" type="pres">
      <dgm:prSet presAssocID="{ED0B5443-4BF4-4BAE-A8E1-20BFD8D3F58F}" presName="vertThree" presStyleCnt="0"/>
      <dgm:spPr/>
    </dgm:pt>
    <dgm:pt modelId="{E2F8070A-9D36-4AC0-983C-D7F52A6259EC}" type="pres">
      <dgm:prSet presAssocID="{ED0B5443-4BF4-4BAE-A8E1-20BFD8D3F58F}" presName="txThree" presStyleLbl="node3" presStyleIdx="0" presStyleCnt="4" custScaleX="155679" custLinFactNeighborX="3442" custLinFactNeighborY="-385">
        <dgm:presLayoutVars>
          <dgm:chPref val="3"/>
        </dgm:presLayoutVars>
      </dgm:prSet>
      <dgm:spPr/>
    </dgm:pt>
    <dgm:pt modelId="{8137B9CA-4343-4EF1-8C56-4CCA7762DEBA}" type="pres">
      <dgm:prSet presAssocID="{ED0B5443-4BF4-4BAE-A8E1-20BFD8D3F58F}" presName="horzThree" presStyleCnt="0"/>
      <dgm:spPr/>
    </dgm:pt>
    <dgm:pt modelId="{76204A8D-0C21-4746-9245-DA898273A951}" type="pres">
      <dgm:prSet presAssocID="{CD03ABE5-FB35-48FB-BCF9-6D0213BE89F0}" presName="sibSpaceThree" presStyleCnt="0"/>
      <dgm:spPr/>
    </dgm:pt>
    <dgm:pt modelId="{246D30D5-CB3F-47FF-96A9-D6BBAAB66F56}" type="pres">
      <dgm:prSet presAssocID="{AF1F89D1-C6E9-4BFF-A8F5-F9C639814BAF}" presName="vertThree" presStyleCnt="0"/>
      <dgm:spPr/>
    </dgm:pt>
    <dgm:pt modelId="{591C3599-BDB6-470F-9533-8CC35D8FF7CB}" type="pres">
      <dgm:prSet presAssocID="{AF1F89D1-C6E9-4BFF-A8F5-F9C639814BAF}" presName="txThree" presStyleLbl="node3" presStyleIdx="1" presStyleCnt="4" custScaleX="161121" custLinFactNeighborX="32403">
        <dgm:presLayoutVars>
          <dgm:chPref val="3"/>
        </dgm:presLayoutVars>
      </dgm:prSet>
      <dgm:spPr/>
    </dgm:pt>
    <dgm:pt modelId="{300521A5-B3EC-4D60-AFE2-AF57314A2ACB}" type="pres">
      <dgm:prSet presAssocID="{AF1F89D1-C6E9-4BFF-A8F5-F9C639814BAF}" presName="horzThree" presStyleCnt="0"/>
      <dgm:spPr/>
    </dgm:pt>
    <dgm:pt modelId="{DF332F48-5AA2-4A44-8D8B-9105AF042514}" type="pres">
      <dgm:prSet presAssocID="{AEECE280-C8F5-4147-9FA5-CC5B2E77D532}" presName="sibSpaceThree" presStyleCnt="0"/>
      <dgm:spPr/>
    </dgm:pt>
    <dgm:pt modelId="{000BCA91-9048-47B0-BA3A-5BF3A5A4E80E}" type="pres">
      <dgm:prSet presAssocID="{74FD7696-4EAB-48B4-AE83-CDA52A1B764B}" presName="vertThree" presStyleCnt="0"/>
      <dgm:spPr/>
    </dgm:pt>
    <dgm:pt modelId="{3A499275-1750-4CB7-9030-DD8C63CEF28C}" type="pres">
      <dgm:prSet presAssocID="{74FD7696-4EAB-48B4-AE83-CDA52A1B764B}" presName="txThree" presStyleLbl="node3" presStyleIdx="2" presStyleCnt="4" custScaleX="164806" custLinFactNeighborX="71068" custLinFactNeighborY="-3464">
        <dgm:presLayoutVars>
          <dgm:chPref val="3"/>
        </dgm:presLayoutVars>
      </dgm:prSet>
      <dgm:spPr/>
    </dgm:pt>
    <dgm:pt modelId="{9C7B10C5-BC16-4322-B277-9F5A75F62460}" type="pres">
      <dgm:prSet presAssocID="{74FD7696-4EAB-48B4-AE83-CDA52A1B764B}" presName="horzThree" presStyleCnt="0"/>
      <dgm:spPr/>
    </dgm:pt>
    <dgm:pt modelId="{AA54EF83-BC8A-414F-8961-FEF1B692DA27}" type="pres">
      <dgm:prSet presAssocID="{D81A215B-8BF1-4566-A5B6-81391AEFED4F}" presName="sibSpaceTwo" presStyleCnt="0"/>
      <dgm:spPr/>
    </dgm:pt>
    <dgm:pt modelId="{A5E6ADAB-5ACE-4F64-9CDA-B704CD1DD08B}" type="pres">
      <dgm:prSet presAssocID="{BA18DE56-8A3F-4339-AAFC-8B7DC88F4488}" presName="vertTwo" presStyleCnt="0"/>
      <dgm:spPr/>
    </dgm:pt>
    <dgm:pt modelId="{5ADE581A-B7C2-4EDB-B3DE-EC1B2A4B42AE}" type="pres">
      <dgm:prSet presAssocID="{BA18DE56-8A3F-4339-AAFC-8B7DC88F4488}" presName="txTwo" presStyleLbl="node2" presStyleIdx="1" presStyleCnt="3">
        <dgm:presLayoutVars>
          <dgm:chPref val="3"/>
        </dgm:presLayoutVars>
      </dgm:prSet>
      <dgm:spPr/>
    </dgm:pt>
    <dgm:pt modelId="{562ADA5D-0C3B-4D61-979A-04579F9882B1}" type="pres">
      <dgm:prSet presAssocID="{BA18DE56-8A3F-4339-AAFC-8B7DC88F4488}" presName="horzTwo" presStyleCnt="0"/>
      <dgm:spPr/>
    </dgm:pt>
    <dgm:pt modelId="{8BD04884-BF9D-48ED-8004-D941C9248E5B}" type="pres">
      <dgm:prSet presAssocID="{14E15D8B-3D0A-4068-819D-C63D4D0D5B9F}" presName="sibSpaceTwo" presStyleCnt="0"/>
      <dgm:spPr/>
    </dgm:pt>
    <dgm:pt modelId="{AA5696BB-6B2F-433E-8A9A-5DC16E5EF10E}" type="pres">
      <dgm:prSet presAssocID="{B127A174-86D8-4555-8130-6FFEF2503107}" presName="vertTwo" presStyleCnt="0"/>
      <dgm:spPr/>
    </dgm:pt>
    <dgm:pt modelId="{346F5A82-72AF-49D2-AB3B-A46847C0EBD9}" type="pres">
      <dgm:prSet presAssocID="{B127A174-86D8-4555-8130-6FFEF2503107}" presName="txTwo" presStyleLbl="node2" presStyleIdx="2" presStyleCnt="3">
        <dgm:presLayoutVars>
          <dgm:chPref val="3"/>
        </dgm:presLayoutVars>
      </dgm:prSet>
      <dgm:spPr/>
    </dgm:pt>
    <dgm:pt modelId="{5D87557E-57FD-4D3A-BFF6-EF8670C99A95}" type="pres">
      <dgm:prSet presAssocID="{B127A174-86D8-4555-8130-6FFEF2503107}" presName="parTransTwo" presStyleCnt="0"/>
      <dgm:spPr/>
    </dgm:pt>
    <dgm:pt modelId="{E2B7CA23-BAE5-4B9E-A2DC-C87C6D89F161}" type="pres">
      <dgm:prSet presAssocID="{B127A174-86D8-4555-8130-6FFEF2503107}" presName="horzTwo" presStyleCnt="0"/>
      <dgm:spPr/>
    </dgm:pt>
    <dgm:pt modelId="{33ECDFA5-DCDA-4A69-A415-DD76B3B9CBC0}" type="pres">
      <dgm:prSet presAssocID="{B5ECDF59-85E9-4715-B53D-9DF6AB788434}" presName="vertThree" presStyleCnt="0"/>
      <dgm:spPr/>
    </dgm:pt>
    <dgm:pt modelId="{325D450B-CFBB-43A3-BF50-5DCCFBB4FE9D}" type="pres">
      <dgm:prSet presAssocID="{B5ECDF59-85E9-4715-B53D-9DF6AB788434}" presName="txThree" presStyleLbl="node3" presStyleIdx="3" presStyleCnt="4" custScaleX="156660">
        <dgm:presLayoutVars>
          <dgm:chPref val="3"/>
        </dgm:presLayoutVars>
      </dgm:prSet>
      <dgm:spPr/>
    </dgm:pt>
    <dgm:pt modelId="{6E770597-3978-479C-A2AC-A2880F746835}" type="pres">
      <dgm:prSet presAssocID="{B5ECDF59-85E9-4715-B53D-9DF6AB788434}" presName="horzThree" presStyleCnt="0"/>
      <dgm:spPr/>
    </dgm:pt>
  </dgm:ptLst>
  <dgm:cxnLst>
    <dgm:cxn modelId="{B904EA05-3339-48A1-897D-544977374989}" type="presOf" srcId="{B127A174-86D8-4555-8130-6FFEF2503107}" destId="{346F5A82-72AF-49D2-AB3B-A46847C0EBD9}" srcOrd="0" destOrd="0" presId="urn:microsoft.com/office/officeart/2005/8/layout/hierarchy4"/>
    <dgm:cxn modelId="{193EE40C-84DA-40EF-B1A0-BF841FB96C08}" srcId="{CFC0C55A-DD60-4AF2-B354-E046CC276272}" destId="{BA18DE56-8A3F-4339-AAFC-8B7DC88F4488}" srcOrd="1" destOrd="0" parTransId="{378F0EAD-6A7A-49F4-BE88-416551E90BCE}" sibTransId="{14E15D8B-3D0A-4068-819D-C63D4D0D5B9F}"/>
    <dgm:cxn modelId="{C2EA7116-9C25-417F-B3C1-B689D264D841}" type="presOf" srcId="{74FD7696-4EAB-48B4-AE83-CDA52A1B764B}" destId="{3A499275-1750-4CB7-9030-DD8C63CEF28C}" srcOrd="0" destOrd="0" presId="urn:microsoft.com/office/officeart/2005/8/layout/hierarchy4"/>
    <dgm:cxn modelId="{F548341A-C506-4F78-B347-A66719A7AB31}" srcId="{AFB32F69-DC99-4D7E-BB40-FBDF7EF66160}" destId="{AF1F89D1-C6E9-4BFF-A8F5-F9C639814BAF}" srcOrd="1" destOrd="0" parTransId="{66D36B71-7FB3-489E-BA99-E14BDF7315DF}" sibTransId="{AEECE280-C8F5-4147-9FA5-CC5B2E77D532}"/>
    <dgm:cxn modelId="{ABA88E2B-F102-4F5E-9508-6E9B71BD7328}" type="presOf" srcId="{AFB32F69-DC99-4D7E-BB40-FBDF7EF66160}" destId="{4C54CD71-8CDE-4EAE-9059-E9CAC0DC5DE7}" srcOrd="0" destOrd="0" presId="urn:microsoft.com/office/officeart/2005/8/layout/hierarchy4"/>
    <dgm:cxn modelId="{D0C9D263-FCF4-4694-ACC8-832A6E93C0DE}" type="presOf" srcId="{ED0B5443-4BF4-4BAE-A8E1-20BFD8D3F58F}" destId="{E2F8070A-9D36-4AC0-983C-D7F52A6259EC}" srcOrd="0" destOrd="0" presId="urn:microsoft.com/office/officeart/2005/8/layout/hierarchy4"/>
    <dgm:cxn modelId="{0E8A1068-C273-43F3-82EB-FAA558F6DE1A}" srcId="{CFC0C55A-DD60-4AF2-B354-E046CC276272}" destId="{AFB32F69-DC99-4D7E-BB40-FBDF7EF66160}" srcOrd="0" destOrd="0" parTransId="{AF6E756D-A748-4BB8-8843-3D6B8487BAFC}" sibTransId="{D81A215B-8BF1-4566-A5B6-81391AEFED4F}"/>
    <dgm:cxn modelId="{1987916D-4C9D-4493-8366-876BD8DB5D4C}" type="presOf" srcId="{AF1F89D1-C6E9-4BFF-A8F5-F9C639814BAF}" destId="{591C3599-BDB6-470F-9533-8CC35D8FF7CB}" srcOrd="0" destOrd="0" presId="urn:microsoft.com/office/officeart/2005/8/layout/hierarchy4"/>
    <dgm:cxn modelId="{A5F90675-5A12-4597-B73B-7D9FDA495F2E}" type="presOf" srcId="{B5ECDF59-85E9-4715-B53D-9DF6AB788434}" destId="{325D450B-CFBB-43A3-BF50-5DCCFBB4FE9D}" srcOrd="0" destOrd="0" presId="urn:microsoft.com/office/officeart/2005/8/layout/hierarchy4"/>
    <dgm:cxn modelId="{FD42B088-C18F-4C5A-956D-BA7CED232088}" type="presOf" srcId="{BA18DE56-8A3F-4339-AAFC-8B7DC88F4488}" destId="{5ADE581A-B7C2-4EDB-B3DE-EC1B2A4B42AE}" srcOrd="0" destOrd="0" presId="urn:microsoft.com/office/officeart/2005/8/layout/hierarchy4"/>
    <dgm:cxn modelId="{AE93E3A8-3576-4DFD-9E21-8BB96B15E6D3}" type="presOf" srcId="{CFC0C55A-DD60-4AF2-B354-E046CC276272}" destId="{2C607166-EADE-4800-A0F6-4DBD4948816F}" srcOrd="0" destOrd="0" presId="urn:microsoft.com/office/officeart/2005/8/layout/hierarchy4"/>
    <dgm:cxn modelId="{828887AD-ED25-477F-876D-44340940A4A5}" type="presOf" srcId="{67713179-ECAF-438B-A84D-2D036D1B15D7}" destId="{E24100B4-17DD-4249-BF3B-1C18BBBDA664}" srcOrd="0" destOrd="0" presId="urn:microsoft.com/office/officeart/2005/8/layout/hierarchy4"/>
    <dgm:cxn modelId="{4C4FDEBC-66DB-4688-AA65-10D5E117A1FF}" srcId="{B127A174-86D8-4555-8130-6FFEF2503107}" destId="{B5ECDF59-85E9-4715-B53D-9DF6AB788434}" srcOrd="0" destOrd="0" parTransId="{398E9AF2-8390-4800-A236-C97139FE535D}" sibTransId="{C0573DAD-680E-4C76-AF04-44E54BF345E1}"/>
    <dgm:cxn modelId="{A93880C1-4675-4C9E-8FD3-57634F3055E1}" srcId="{CFC0C55A-DD60-4AF2-B354-E046CC276272}" destId="{B127A174-86D8-4555-8130-6FFEF2503107}" srcOrd="2" destOrd="0" parTransId="{6DDBE3D8-D8AE-4648-9958-D96E0F81A982}" sibTransId="{2FD02CA1-FE73-4DF2-A978-2D540C218FE3}"/>
    <dgm:cxn modelId="{EC1AB1D5-E7F6-4E49-A2F2-A7E70EDAAF53}" srcId="{AFB32F69-DC99-4D7E-BB40-FBDF7EF66160}" destId="{74FD7696-4EAB-48B4-AE83-CDA52A1B764B}" srcOrd="2" destOrd="0" parTransId="{B16D948C-F695-4ABB-95D7-E91FFD7191C3}" sibTransId="{BADE59FB-1165-47CD-8DF1-20118FE58554}"/>
    <dgm:cxn modelId="{E0733EED-3055-418E-94FC-930B450416E2}" srcId="{AFB32F69-DC99-4D7E-BB40-FBDF7EF66160}" destId="{ED0B5443-4BF4-4BAE-A8E1-20BFD8D3F58F}" srcOrd="0" destOrd="0" parTransId="{3974329A-96CF-4422-8A52-AFC6D6140DDA}" sibTransId="{CD03ABE5-FB35-48FB-BCF9-6D0213BE89F0}"/>
    <dgm:cxn modelId="{ED3C1FF1-3F52-45C3-B7A1-35FE08CC5A9D}" srcId="{67713179-ECAF-438B-A84D-2D036D1B15D7}" destId="{CFC0C55A-DD60-4AF2-B354-E046CC276272}" srcOrd="0" destOrd="0" parTransId="{6C3B7FAD-0B2A-44C9-9945-5103B39AF0FD}" sibTransId="{87A728FA-39A6-4E9F-ADBC-62D4FB06C670}"/>
    <dgm:cxn modelId="{0F88ABD6-0CD3-41B7-9C96-5F11979817A0}" type="presParOf" srcId="{E24100B4-17DD-4249-BF3B-1C18BBBDA664}" destId="{697DD111-1BD9-4C97-8948-7652CF09BE58}" srcOrd="0" destOrd="0" presId="urn:microsoft.com/office/officeart/2005/8/layout/hierarchy4"/>
    <dgm:cxn modelId="{931F7ECC-D4C5-401C-A6FC-12BF338141F5}" type="presParOf" srcId="{697DD111-1BD9-4C97-8948-7652CF09BE58}" destId="{2C607166-EADE-4800-A0F6-4DBD4948816F}" srcOrd="0" destOrd="0" presId="urn:microsoft.com/office/officeart/2005/8/layout/hierarchy4"/>
    <dgm:cxn modelId="{3BFAA42F-209C-4451-8393-D6D819B602D8}" type="presParOf" srcId="{697DD111-1BD9-4C97-8948-7652CF09BE58}" destId="{10E93B3D-B60F-40D8-91E2-51A7C2A280A4}" srcOrd="1" destOrd="0" presId="urn:microsoft.com/office/officeart/2005/8/layout/hierarchy4"/>
    <dgm:cxn modelId="{07362577-9A95-471F-B4C6-68D9FEF2708B}" type="presParOf" srcId="{697DD111-1BD9-4C97-8948-7652CF09BE58}" destId="{6755F808-5163-46D4-8B56-DA83A4C48A26}" srcOrd="2" destOrd="0" presId="urn:microsoft.com/office/officeart/2005/8/layout/hierarchy4"/>
    <dgm:cxn modelId="{E7A5F16A-4357-4755-BBF6-0FFF5DCADBB5}" type="presParOf" srcId="{6755F808-5163-46D4-8B56-DA83A4C48A26}" destId="{BAA18D5B-6E6D-421F-9E75-CFA905E6734D}" srcOrd="0" destOrd="0" presId="urn:microsoft.com/office/officeart/2005/8/layout/hierarchy4"/>
    <dgm:cxn modelId="{3FD7DD65-42C5-4398-9E6C-1664AD524F6A}" type="presParOf" srcId="{BAA18D5B-6E6D-421F-9E75-CFA905E6734D}" destId="{4C54CD71-8CDE-4EAE-9059-E9CAC0DC5DE7}" srcOrd="0" destOrd="0" presId="urn:microsoft.com/office/officeart/2005/8/layout/hierarchy4"/>
    <dgm:cxn modelId="{7F1FBC79-F1A2-4908-8761-2E04E7EB524F}" type="presParOf" srcId="{BAA18D5B-6E6D-421F-9E75-CFA905E6734D}" destId="{7A41C05B-9FED-48F5-AA79-FC3C67EFCE4D}" srcOrd="1" destOrd="0" presId="urn:microsoft.com/office/officeart/2005/8/layout/hierarchy4"/>
    <dgm:cxn modelId="{51186980-8E4A-4B6E-9F89-CC2D3B93D969}" type="presParOf" srcId="{BAA18D5B-6E6D-421F-9E75-CFA905E6734D}" destId="{2A2FFC0B-0FCA-4981-A37A-A2B679FED83E}" srcOrd="2" destOrd="0" presId="urn:microsoft.com/office/officeart/2005/8/layout/hierarchy4"/>
    <dgm:cxn modelId="{6A46FC9B-E739-41E8-8003-E29EFE38C692}" type="presParOf" srcId="{2A2FFC0B-0FCA-4981-A37A-A2B679FED83E}" destId="{F53019F9-7F08-455A-82E3-EF8DE27AD4E3}" srcOrd="0" destOrd="0" presId="urn:microsoft.com/office/officeart/2005/8/layout/hierarchy4"/>
    <dgm:cxn modelId="{9E76BC5C-C6A0-4E3B-8844-EF770E9811A4}" type="presParOf" srcId="{F53019F9-7F08-455A-82E3-EF8DE27AD4E3}" destId="{E2F8070A-9D36-4AC0-983C-D7F52A6259EC}" srcOrd="0" destOrd="0" presId="urn:microsoft.com/office/officeart/2005/8/layout/hierarchy4"/>
    <dgm:cxn modelId="{DE073C83-EA6B-4186-8E1A-EFD331A5AD12}" type="presParOf" srcId="{F53019F9-7F08-455A-82E3-EF8DE27AD4E3}" destId="{8137B9CA-4343-4EF1-8C56-4CCA7762DEBA}" srcOrd="1" destOrd="0" presId="urn:microsoft.com/office/officeart/2005/8/layout/hierarchy4"/>
    <dgm:cxn modelId="{C69CBDFE-F5F2-4160-A309-30B865C1F7F7}" type="presParOf" srcId="{2A2FFC0B-0FCA-4981-A37A-A2B679FED83E}" destId="{76204A8D-0C21-4746-9245-DA898273A951}" srcOrd="1" destOrd="0" presId="urn:microsoft.com/office/officeart/2005/8/layout/hierarchy4"/>
    <dgm:cxn modelId="{68EDAF47-C715-4702-8E78-68F6460AB4CF}" type="presParOf" srcId="{2A2FFC0B-0FCA-4981-A37A-A2B679FED83E}" destId="{246D30D5-CB3F-47FF-96A9-D6BBAAB66F56}" srcOrd="2" destOrd="0" presId="urn:microsoft.com/office/officeart/2005/8/layout/hierarchy4"/>
    <dgm:cxn modelId="{D4C7F548-96E3-46FA-BD46-0D8195F04977}" type="presParOf" srcId="{246D30D5-CB3F-47FF-96A9-D6BBAAB66F56}" destId="{591C3599-BDB6-470F-9533-8CC35D8FF7CB}" srcOrd="0" destOrd="0" presId="urn:microsoft.com/office/officeart/2005/8/layout/hierarchy4"/>
    <dgm:cxn modelId="{757620B5-E55C-4DA3-8A26-8F2FDBD64D74}" type="presParOf" srcId="{246D30D5-CB3F-47FF-96A9-D6BBAAB66F56}" destId="{300521A5-B3EC-4D60-AFE2-AF57314A2ACB}" srcOrd="1" destOrd="0" presId="urn:microsoft.com/office/officeart/2005/8/layout/hierarchy4"/>
    <dgm:cxn modelId="{6BDBDF5E-9803-4699-8665-5221DE3BF27F}" type="presParOf" srcId="{2A2FFC0B-0FCA-4981-A37A-A2B679FED83E}" destId="{DF332F48-5AA2-4A44-8D8B-9105AF042514}" srcOrd="3" destOrd="0" presId="urn:microsoft.com/office/officeart/2005/8/layout/hierarchy4"/>
    <dgm:cxn modelId="{FB0B18A9-18B7-4E27-ACD4-9755ACB38197}" type="presParOf" srcId="{2A2FFC0B-0FCA-4981-A37A-A2B679FED83E}" destId="{000BCA91-9048-47B0-BA3A-5BF3A5A4E80E}" srcOrd="4" destOrd="0" presId="urn:microsoft.com/office/officeart/2005/8/layout/hierarchy4"/>
    <dgm:cxn modelId="{7F9530A1-4427-4587-9F6D-6BCEB07DAC21}" type="presParOf" srcId="{000BCA91-9048-47B0-BA3A-5BF3A5A4E80E}" destId="{3A499275-1750-4CB7-9030-DD8C63CEF28C}" srcOrd="0" destOrd="0" presId="urn:microsoft.com/office/officeart/2005/8/layout/hierarchy4"/>
    <dgm:cxn modelId="{F1F04286-B50F-4740-91A6-F0AB7A4E811B}" type="presParOf" srcId="{000BCA91-9048-47B0-BA3A-5BF3A5A4E80E}" destId="{9C7B10C5-BC16-4322-B277-9F5A75F62460}" srcOrd="1" destOrd="0" presId="urn:microsoft.com/office/officeart/2005/8/layout/hierarchy4"/>
    <dgm:cxn modelId="{1B2946E7-6A8E-439A-8B04-8C9652D5755D}" type="presParOf" srcId="{6755F808-5163-46D4-8B56-DA83A4C48A26}" destId="{AA54EF83-BC8A-414F-8961-FEF1B692DA27}" srcOrd="1" destOrd="0" presId="urn:microsoft.com/office/officeart/2005/8/layout/hierarchy4"/>
    <dgm:cxn modelId="{43EE41CD-3A70-4BE3-A32D-773BA4793C36}" type="presParOf" srcId="{6755F808-5163-46D4-8B56-DA83A4C48A26}" destId="{A5E6ADAB-5ACE-4F64-9CDA-B704CD1DD08B}" srcOrd="2" destOrd="0" presId="urn:microsoft.com/office/officeart/2005/8/layout/hierarchy4"/>
    <dgm:cxn modelId="{C883B37B-E267-40AD-97AF-4999EFC64A88}" type="presParOf" srcId="{A5E6ADAB-5ACE-4F64-9CDA-B704CD1DD08B}" destId="{5ADE581A-B7C2-4EDB-B3DE-EC1B2A4B42AE}" srcOrd="0" destOrd="0" presId="urn:microsoft.com/office/officeart/2005/8/layout/hierarchy4"/>
    <dgm:cxn modelId="{F88C935F-3ADF-4031-A162-FC32246E1829}" type="presParOf" srcId="{A5E6ADAB-5ACE-4F64-9CDA-B704CD1DD08B}" destId="{562ADA5D-0C3B-4D61-979A-04579F9882B1}" srcOrd="1" destOrd="0" presId="urn:microsoft.com/office/officeart/2005/8/layout/hierarchy4"/>
    <dgm:cxn modelId="{7210ED45-A29E-4963-835F-2D68717A0EEE}" type="presParOf" srcId="{6755F808-5163-46D4-8B56-DA83A4C48A26}" destId="{8BD04884-BF9D-48ED-8004-D941C9248E5B}" srcOrd="3" destOrd="0" presId="urn:microsoft.com/office/officeart/2005/8/layout/hierarchy4"/>
    <dgm:cxn modelId="{A79C2949-FE64-4DC4-A25D-37E67FD0F7F8}" type="presParOf" srcId="{6755F808-5163-46D4-8B56-DA83A4C48A26}" destId="{AA5696BB-6B2F-433E-8A9A-5DC16E5EF10E}" srcOrd="4" destOrd="0" presId="urn:microsoft.com/office/officeart/2005/8/layout/hierarchy4"/>
    <dgm:cxn modelId="{7DE04A86-F23E-4336-822B-82BC3ED57D49}" type="presParOf" srcId="{AA5696BB-6B2F-433E-8A9A-5DC16E5EF10E}" destId="{346F5A82-72AF-49D2-AB3B-A46847C0EBD9}" srcOrd="0" destOrd="0" presId="urn:microsoft.com/office/officeart/2005/8/layout/hierarchy4"/>
    <dgm:cxn modelId="{6D34BF9E-792C-4E85-88D6-51990EB62A34}" type="presParOf" srcId="{AA5696BB-6B2F-433E-8A9A-5DC16E5EF10E}" destId="{5D87557E-57FD-4D3A-BFF6-EF8670C99A95}" srcOrd="1" destOrd="0" presId="urn:microsoft.com/office/officeart/2005/8/layout/hierarchy4"/>
    <dgm:cxn modelId="{6D052AE2-D8C9-4D7B-8333-719C8F629951}" type="presParOf" srcId="{AA5696BB-6B2F-433E-8A9A-5DC16E5EF10E}" destId="{E2B7CA23-BAE5-4B9E-A2DC-C87C6D89F161}" srcOrd="2" destOrd="0" presId="urn:microsoft.com/office/officeart/2005/8/layout/hierarchy4"/>
    <dgm:cxn modelId="{E5B91B9E-AA64-4A8B-A0DB-9BB80A369AD3}" type="presParOf" srcId="{E2B7CA23-BAE5-4B9E-A2DC-C87C6D89F161}" destId="{33ECDFA5-DCDA-4A69-A415-DD76B3B9CBC0}" srcOrd="0" destOrd="0" presId="urn:microsoft.com/office/officeart/2005/8/layout/hierarchy4"/>
    <dgm:cxn modelId="{7506A233-CBD0-49FA-9883-E71C27E1A2D2}" type="presParOf" srcId="{33ECDFA5-DCDA-4A69-A415-DD76B3B9CBC0}" destId="{325D450B-CFBB-43A3-BF50-5DCCFBB4FE9D}" srcOrd="0" destOrd="0" presId="urn:microsoft.com/office/officeart/2005/8/layout/hierarchy4"/>
    <dgm:cxn modelId="{F49D9B6E-56D1-41AB-BDCB-926045801599}" type="presParOf" srcId="{33ECDFA5-DCDA-4A69-A415-DD76B3B9CBC0}" destId="{6E770597-3978-479C-A2AC-A2880F746835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607166-EADE-4800-A0F6-4DBD4948816F}">
      <dsp:nvSpPr>
        <dsp:cNvPr id="0" name=""/>
        <dsp:cNvSpPr/>
      </dsp:nvSpPr>
      <dsp:spPr>
        <a:xfrm>
          <a:off x="3370" y="1649"/>
          <a:ext cx="7217091" cy="14732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3840" tIns="243840" rIns="243840" bIns="243840" numCol="1" spcCol="1270" anchor="ctr" anchorCtr="0">
          <a:noAutofit/>
        </a:bodyPr>
        <a:lstStyle/>
        <a:p>
          <a:pPr marL="0" lvl="0" indent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400" kern="1200" dirty="0"/>
            <a:t>Data Science</a:t>
          </a:r>
          <a:endParaRPr lang="en-IN" sz="6400" kern="1200" dirty="0"/>
        </a:p>
      </dsp:txBody>
      <dsp:txXfrm>
        <a:off x="46521" y="44800"/>
        <a:ext cx="7130789" cy="1386969"/>
      </dsp:txXfrm>
    </dsp:sp>
    <dsp:sp modelId="{4C54CD71-8CDE-4EAE-9059-E9CAC0DC5DE7}">
      <dsp:nvSpPr>
        <dsp:cNvPr id="0" name=""/>
        <dsp:cNvSpPr/>
      </dsp:nvSpPr>
      <dsp:spPr>
        <a:xfrm>
          <a:off x="10415" y="1602326"/>
          <a:ext cx="4623014" cy="14732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ML, DL</a:t>
          </a:r>
          <a:endParaRPr lang="en-IN" sz="2800" kern="1200" dirty="0"/>
        </a:p>
      </dsp:txBody>
      <dsp:txXfrm>
        <a:off x="53566" y="1645477"/>
        <a:ext cx="4536712" cy="1386969"/>
      </dsp:txXfrm>
    </dsp:sp>
    <dsp:sp modelId="{E2F8070A-9D36-4AC0-983C-D7F52A6259EC}">
      <dsp:nvSpPr>
        <dsp:cNvPr id="0" name=""/>
        <dsp:cNvSpPr/>
      </dsp:nvSpPr>
      <dsp:spPr>
        <a:xfrm>
          <a:off x="42888" y="3197330"/>
          <a:ext cx="1468770" cy="147327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Web Dev</a:t>
          </a:r>
          <a:endParaRPr lang="en-IN" sz="2000" kern="1200" dirty="0"/>
        </a:p>
      </dsp:txBody>
      <dsp:txXfrm>
        <a:off x="85907" y="3240349"/>
        <a:ext cx="1382732" cy="1387233"/>
      </dsp:txXfrm>
    </dsp:sp>
    <dsp:sp modelId="{591C3599-BDB6-470F-9533-8CC35D8FF7CB}">
      <dsp:nvSpPr>
        <dsp:cNvPr id="0" name=""/>
        <dsp:cNvSpPr/>
      </dsp:nvSpPr>
      <dsp:spPr>
        <a:xfrm>
          <a:off x="1824520" y="3203002"/>
          <a:ext cx="1520113" cy="147327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Web Scrapping</a:t>
          </a:r>
          <a:endParaRPr lang="en-IN" sz="2000" kern="1200" dirty="0"/>
        </a:p>
      </dsp:txBody>
      <dsp:txXfrm>
        <a:off x="1867671" y="3246153"/>
        <a:ext cx="1433811" cy="1386969"/>
      </dsp:txXfrm>
    </dsp:sp>
    <dsp:sp modelId="{3A499275-1750-4CB7-9030-DD8C63CEF28C}">
      <dsp:nvSpPr>
        <dsp:cNvPr id="0" name=""/>
        <dsp:cNvSpPr/>
      </dsp:nvSpPr>
      <dsp:spPr>
        <a:xfrm>
          <a:off x="3749048" y="3151968"/>
          <a:ext cx="1554880" cy="147327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Robotics</a:t>
          </a:r>
          <a:endParaRPr lang="en-IN" sz="2000" kern="1200" dirty="0"/>
        </a:p>
      </dsp:txBody>
      <dsp:txXfrm>
        <a:off x="3792199" y="3195119"/>
        <a:ext cx="1468578" cy="1386969"/>
      </dsp:txXfrm>
    </dsp:sp>
    <dsp:sp modelId="{5ADE581A-B7C2-4EDB-B3DE-EC1B2A4B42AE}">
      <dsp:nvSpPr>
        <dsp:cNvPr id="0" name=""/>
        <dsp:cNvSpPr/>
      </dsp:nvSpPr>
      <dsp:spPr>
        <a:xfrm>
          <a:off x="4712680" y="1602326"/>
          <a:ext cx="943460" cy="14732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Stat.</a:t>
          </a:r>
          <a:endParaRPr lang="en-IN" sz="2800" kern="1200" dirty="0"/>
        </a:p>
      </dsp:txBody>
      <dsp:txXfrm>
        <a:off x="4740313" y="1629959"/>
        <a:ext cx="888194" cy="1418005"/>
      </dsp:txXfrm>
    </dsp:sp>
    <dsp:sp modelId="{346F5A82-72AF-49D2-AB3B-A46847C0EBD9}">
      <dsp:nvSpPr>
        <dsp:cNvPr id="0" name=""/>
        <dsp:cNvSpPr/>
      </dsp:nvSpPr>
      <dsp:spPr>
        <a:xfrm>
          <a:off x="5735392" y="1602326"/>
          <a:ext cx="1478025" cy="14732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AI</a:t>
          </a:r>
          <a:endParaRPr lang="en-IN" sz="2800" kern="1200" dirty="0"/>
        </a:p>
      </dsp:txBody>
      <dsp:txXfrm>
        <a:off x="5778543" y="1645477"/>
        <a:ext cx="1391723" cy="1386969"/>
      </dsp:txXfrm>
    </dsp:sp>
    <dsp:sp modelId="{325D450B-CFBB-43A3-BF50-5DCCFBB4FE9D}">
      <dsp:nvSpPr>
        <dsp:cNvPr id="0" name=""/>
        <dsp:cNvSpPr/>
      </dsp:nvSpPr>
      <dsp:spPr>
        <a:xfrm>
          <a:off x="5735392" y="3203002"/>
          <a:ext cx="1478025" cy="147327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Automation</a:t>
          </a:r>
          <a:endParaRPr lang="en-IN" sz="2000" kern="1200" dirty="0"/>
        </a:p>
      </dsp:txBody>
      <dsp:txXfrm>
        <a:off x="5778543" y="3246153"/>
        <a:ext cx="1391723" cy="13869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3A829-CB35-D561-B04F-D6859C1EAC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CBCFF8-101A-4D04-41E8-F0AD9AEA17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03A28-3ECE-769E-A17C-028969060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413C0-3535-46B0-9294-33310BAF4AD5}" type="datetimeFigureOut">
              <a:rPr lang="en-IN" smtClean="0"/>
              <a:t>30/09/25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9FAC7-1549-F8B5-936A-F742B37F8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6378D-9762-4642-E66A-47FF57AA7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6821E-0CFD-4709-86A8-DADF9419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68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93173-59F1-7A60-B33E-3E56E402F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004F0-5728-B55D-0CCF-DC3FA677D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E8949-B408-91CD-FB77-377D95E35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413C0-3535-46B0-9294-33310BAF4AD5}" type="datetimeFigureOut">
              <a:rPr lang="en-IN" smtClean="0"/>
              <a:t>30/09/25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907FB-01A9-4807-9197-FE704FC22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F440A-A15C-118D-032F-54E6059D4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6821E-0CFD-4709-86A8-DADF9419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400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19E88-640E-4945-41FB-0A6DE11F9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DA96B-16FF-3107-B953-ECBA5D147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78B06-89EB-22A9-D50A-A241B283C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413C0-3535-46B0-9294-33310BAF4AD5}" type="datetimeFigureOut">
              <a:rPr lang="en-IN" smtClean="0"/>
              <a:t>30/09/25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E3459-0ABE-016C-DBA6-A24DA1ED2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D17C9-4557-662A-272A-E0521B27B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6821E-0CFD-4709-86A8-DADF9419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955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EDD7A-69B4-DE8E-F3C0-63A3F4418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484B8-D3A6-D1C4-B688-CC32156EE3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24E746-E2DC-92CA-20EE-1489F9183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6A61E7-33DB-8CCB-99F4-66D1B267A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413C0-3535-46B0-9294-33310BAF4AD5}" type="datetimeFigureOut">
              <a:rPr lang="en-IN" smtClean="0"/>
              <a:t>30/09/25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B7ADF-E82A-7710-D6F8-10A036B8B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EB19BE-C00A-3FCE-F83C-C60206363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6821E-0CFD-4709-86A8-DADF9419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384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26E64-2082-166E-0F8C-8CA444349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6AED7A-4F18-EA79-2095-7B6ABCB9F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B4BFCC-D080-4AAB-1370-594DA4157E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8D1B63-9ECD-1600-43E3-C13EBB7575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EC6AE3-9165-8F5A-E764-3C2F8B4037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7A7FDE-2D0E-1C52-2365-6ACA120FE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413C0-3535-46B0-9294-33310BAF4AD5}" type="datetimeFigureOut">
              <a:rPr lang="en-IN" smtClean="0"/>
              <a:t>30/09/25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8F92A9-ACAD-3223-DE82-9DA7A79EA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F362CE-042F-A579-1792-39F6D9F6A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6821E-0CFD-4709-86A8-DADF9419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160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700E6-A2B9-DBBA-F3D9-62F694A92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1F23F3-3B38-88A1-EE8C-304407041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413C0-3535-46B0-9294-33310BAF4AD5}" type="datetimeFigureOut">
              <a:rPr lang="en-IN" smtClean="0"/>
              <a:t>30/09/25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C3D99-A7C2-6822-506D-A78CA05F5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80C1C8-9448-526F-E40C-7C5C54F32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6821E-0CFD-4709-86A8-DADF9419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164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EBADAF-7AB4-1A6F-2C39-3A8B4CAD0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413C0-3535-46B0-9294-33310BAF4AD5}" type="datetimeFigureOut">
              <a:rPr lang="en-IN" smtClean="0"/>
              <a:t>30/09/25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136172-7843-3DA7-8695-1F5846BAE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B4D29-FF32-F86A-5F57-72D737D84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6821E-0CFD-4709-86A8-DADF9419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683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63106-B2C4-15EE-E12D-6410CBAA6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3D865-D76A-3EE0-68B9-C7274ECA3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DFF8CF-340F-3B7C-0A8D-A769C535E3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0258D-2168-26E9-3AA2-CE2EB11A9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413C0-3535-46B0-9294-33310BAF4AD5}" type="datetimeFigureOut">
              <a:rPr lang="en-IN" smtClean="0"/>
              <a:t>30/09/25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401B6-4AE7-F66B-09DB-47C7F6312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1DD677-FF59-3D98-AA07-7FDDDA2E6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6821E-0CFD-4709-86A8-DADF9419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326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1727A-56F9-A0F1-D57D-52983B40D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87A80E-B923-7268-FAE3-A47FA251E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825B0E-18D2-3EBC-DE3C-5C67062391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0FE57A-915D-2A59-57F8-CBC193AEC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413C0-3535-46B0-9294-33310BAF4AD5}" type="datetimeFigureOut">
              <a:rPr lang="en-IN" smtClean="0"/>
              <a:t>30/09/25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8818F-E4C5-DBE8-1EE3-191D160F5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D1901A-3739-DB8D-5A3C-46B2CD18A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6821E-0CFD-4709-86A8-DADF9419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723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C453C-2FF0-8AE2-1992-6259C1991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60EE1A-D07E-EDDB-7D2F-0DA2C4B26B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75B38-1584-F6FA-B89F-23D11D53B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413C0-3535-46B0-9294-33310BAF4AD5}" type="datetimeFigureOut">
              <a:rPr lang="en-IN" smtClean="0"/>
              <a:t>30/09/25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A3391-3290-89B6-D07A-BEE46DA11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3ED96-E8A6-1C12-1756-824B780FD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6821E-0CFD-4709-86A8-DADF9419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919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EE890-A445-DCD0-1E6B-7529C2A7D0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ABA4CB-B967-FEB8-F8E1-AC2DA5456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CEAAB-C1E7-C078-69C7-19E119419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413C0-3535-46B0-9294-33310BAF4AD5}" type="datetimeFigureOut">
              <a:rPr lang="en-IN" smtClean="0"/>
              <a:t>30/09/25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8D9DE-621F-B2B1-6978-2265BDECF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A3C80-8DFE-F849-651D-79F1D191E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6821E-0CFD-4709-86A8-DADF9419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128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0DAD6F-3D9C-81E0-A3BA-A69C0F550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34E67E-72D1-BD5E-F4E7-106962FE9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622CB-39C7-B60F-8280-DA336743ED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A413C0-3535-46B0-9294-33310BAF4AD5}" type="datetimeFigureOut">
              <a:rPr lang="en-IN" smtClean="0"/>
              <a:t>30/09/25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CD9CD-318A-A238-F683-798AC0E500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4593B-984F-F043-7443-14E138C97F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D6821E-0CFD-4709-86A8-DADF9419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865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scholar.google.co.in/citations?user=BA2izN0AAAAJ&amp;hl=e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://images.google.com/imgres?imgurl=http%3A//www.iusb.edu/~cted/summer/img/Computer.JPG&amp;imgrefurl=http%3A//www.iusb.edu/~cted/fall/computers.shtml&amp;h=377&amp;w=353&amp;sz=20&amp;hl=en&amp;start=1&amp;sig2=emHR9iaUI57TAaSeF3FWHg&amp;um=1&amp;usg=__2ZT1Dkw5rKl7jqAjPSUlTGhshX8%3D&amp;tbnid=JY0zA4972ttCLM%3A&amp;tbnh=122&amp;tbnw=114&amp;ei=9fOxSKbCJ4_eigHCx9H_Dg&amp;prev=/images%3Fq%3Dcomputer%26um%3D1%26hl%3De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0" y="0"/>
            <a:ext cx="8509000" cy="6858000"/>
            <a:chOff x="0" y="0"/>
            <a:chExt cx="8509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572000" cy="6858000"/>
            </a:xfrm>
            <a:custGeom>
              <a:avLst/>
              <a:gdLst/>
              <a:ahLst/>
              <a:cxnLst/>
              <a:rect l="l" t="t" r="r" b="b"/>
              <a:pathLst>
                <a:path w="4572000" h="6858000">
                  <a:moveTo>
                    <a:pt x="45720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2000" y="68580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99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85800" y="990600"/>
              <a:ext cx="5181600" cy="1905000"/>
            </a:xfrm>
            <a:custGeom>
              <a:avLst/>
              <a:gdLst/>
              <a:ahLst/>
              <a:cxnLst/>
              <a:rect l="l" t="t" r="r" b="b"/>
              <a:pathLst>
                <a:path w="5181600" h="1905000">
                  <a:moveTo>
                    <a:pt x="4229100" y="0"/>
                  </a:moveTo>
                  <a:lnTo>
                    <a:pt x="952500" y="0"/>
                  </a:lnTo>
                  <a:lnTo>
                    <a:pt x="904961" y="1165"/>
                  </a:lnTo>
                  <a:lnTo>
                    <a:pt x="858025" y="4626"/>
                  </a:lnTo>
                  <a:lnTo>
                    <a:pt x="811747" y="10327"/>
                  </a:lnTo>
                  <a:lnTo>
                    <a:pt x="766182" y="18215"/>
                  </a:lnTo>
                  <a:lnTo>
                    <a:pt x="721383" y="28233"/>
                  </a:lnTo>
                  <a:lnTo>
                    <a:pt x="677407" y="40329"/>
                  </a:lnTo>
                  <a:lnTo>
                    <a:pt x="634306" y="54446"/>
                  </a:lnTo>
                  <a:lnTo>
                    <a:pt x="592136" y="70532"/>
                  </a:lnTo>
                  <a:lnTo>
                    <a:pt x="550951" y="88530"/>
                  </a:lnTo>
                  <a:lnTo>
                    <a:pt x="510807" y="108387"/>
                  </a:lnTo>
                  <a:lnTo>
                    <a:pt x="471757" y="130048"/>
                  </a:lnTo>
                  <a:lnTo>
                    <a:pt x="433855" y="153457"/>
                  </a:lnTo>
                  <a:lnTo>
                    <a:pt x="397158" y="178562"/>
                  </a:lnTo>
                  <a:lnTo>
                    <a:pt x="361718" y="205307"/>
                  </a:lnTo>
                  <a:lnTo>
                    <a:pt x="327591" y="233638"/>
                  </a:lnTo>
                  <a:lnTo>
                    <a:pt x="294832" y="263499"/>
                  </a:lnTo>
                  <a:lnTo>
                    <a:pt x="263494" y="294837"/>
                  </a:lnTo>
                  <a:lnTo>
                    <a:pt x="233633" y="327597"/>
                  </a:lnTo>
                  <a:lnTo>
                    <a:pt x="205303" y="361723"/>
                  </a:lnTo>
                  <a:lnTo>
                    <a:pt x="178559" y="397163"/>
                  </a:lnTo>
                  <a:lnTo>
                    <a:pt x="153454" y="433861"/>
                  </a:lnTo>
                  <a:lnTo>
                    <a:pt x="130045" y="471762"/>
                  </a:lnTo>
                  <a:lnTo>
                    <a:pt x="108384" y="510812"/>
                  </a:lnTo>
                  <a:lnTo>
                    <a:pt x="88528" y="550957"/>
                  </a:lnTo>
                  <a:lnTo>
                    <a:pt x="70530" y="592141"/>
                  </a:lnTo>
                  <a:lnTo>
                    <a:pt x="54445" y="634311"/>
                  </a:lnTo>
                  <a:lnTo>
                    <a:pt x="40328" y="677411"/>
                  </a:lnTo>
                  <a:lnTo>
                    <a:pt x="28233" y="721387"/>
                  </a:lnTo>
                  <a:lnTo>
                    <a:pt x="18214" y="766185"/>
                  </a:lnTo>
                  <a:lnTo>
                    <a:pt x="10327" y="811750"/>
                  </a:lnTo>
                  <a:lnTo>
                    <a:pt x="4626" y="858027"/>
                  </a:lnTo>
                  <a:lnTo>
                    <a:pt x="1165" y="904962"/>
                  </a:lnTo>
                  <a:lnTo>
                    <a:pt x="0" y="952500"/>
                  </a:lnTo>
                  <a:lnTo>
                    <a:pt x="1165" y="1000037"/>
                  </a:lnTo>
                  <a:lnTo>
                    <a:pt x="4626" y="1046972"/>
                  </a:lnTo>
                  <a:lnTo>
                    <a:pt x="10327" y="1093249"/>
                  </a:lnTo>
                  <a:lnTo>
                    <a:pt x="18214" y="1138814"/>
                  </a:lnTo>
                  <a:lnTo>
                    <a:pt x="28233" y="1183612"/>
                  </a:lnTo>
                  <a:lnTo>
                    <a:pt x="40328" y="1227588"/>
                  </a:lnTo>
                  <a:lnTo>
                    <a:pt x="54445" y="1270688"/>
                  </a:lnTo>
                  <a:lnTo>
                    <a:pt x="70530" y="1312858"/>
                  </a:lnTo>
                  <a:lnTo>
                    <a:pt x="88528" y="1354042"/>
                  </a:lnTo>
                  <a:lnTo>
                    <a:pt x="108384" y="1394187"/>
                  </a:lnTo>
                  <a:lnTo>
                    <a:pt x="130045" y="1433237"/>
                  </a:lnTo>
                  <a:lnTo>
                    <a:pt x="153454" y="1471138"/>
                  </a:lnTo>
                  <a:lnTo>
                    <a:pt x="178559" y="1507836"/>
                  </a:lnTo>
                  <a:lnTo>
                    <a:pt x="205303" y="1543276"/>
                  </a:lnTo>
                  <a:lnTo>
                    <a:pt x="233633" y="1577402"/>
                  </a:lnTo>
                  <a:lnTo>
                    <a:pt x="263494" y="1610162"/>
                  </a:lnTo>
                  <a:lnTo>
                    <a:pt x="294832" y="1641500"/>
                  </a:lnTo>
                  <a:lnTo>
                    <a:pt x="327591" y="1671361"/>
                  </a:lnTo>
                  <a:lnTo>
                    <a:pt x="361718" y="1699692"/>
                  </a:lnTo>
                  <a:lnTo>
                    <a:pt x="397158" y="1726437"/>
                  </a:lnTo>
                  <a:lnTo>
                    <a:pt x="433855" y="1751542"/>
                  </a:lnTo>
                  <a:lnTo>
                    <a:pt x="471757" y="1774952"/>
                  </a:lnTo>
                  <a:lnTo>
                    <a:pt x="510807" y="1796612"/>
                  </a:lnTo>
                  <a:lnTo>
                    <a:pt x="550951" y="1816469"/>
                  </a:lnTo>
                  <a:lnTo>
                    <a:pt x="592136" y="1834467"/>
                  </a:lnTo>
                  <a:lnTo>
                    <a:pt x="634306" y="1850553"/>
                  </a:lnTo>
                  <a:lnTo>
                    <a:pt x="677407" y="1864670"/>
                  </a:lnTo>
                  <a:lnTo>
                    <a:pt x="721383" y="1876766"/>
                  </a:lnTo>
                  <a:lnTo>
                    <a:pt x="766182" y="1886784"/>
                  </a:lnTo>
                  <a:lnTo>
                    <a:pt x="811747" y="1894672"/>
                  </a:lnTo>
                  <a:lnTo>
                    <a:pt x="858025" y="1900373"/>
                  </a:lnTo>
                  <a:lnTo>
                    <a:pt x="904961" y="1903834"/>
                  </a:lnTo>
                  <a:lnTo>
                    <a:pt x="952500" y="1905000"/>
                  </a:lnTo>
                  <a:lnTo>
                    <a:pt x="4229100" y="1905000"/>
                  </a:lnTo>
                  <a:lnTo>
                    <a:pt x="4276637" y="1903834"/>
                  </a:lnTo>
                  <a:lnTo>
                    <a:pt x="4323572" y="1900373"/>
                  </a:lnTo>
                  <a:lnTo>
                    <a:pt x="4369849" y="1894672"/>
                  </a:lnTo>
                  <a:lnTo>
                    <a:pt x="4415414" y="1886784"/>
                  </a:lnTo>
                  <a:lnTo>
                    <a:pt x="4460212" y="1876766"/>
                  </a:lnTo>
                  <a:lnTo>
                    <a:pt x="4504188" y="1864670"/>
                  </a:lnTo>
                  <a:lnTo>
                    <a:pt x="4547288" y="1850553"/>
                  </a:lnTo>
                  <a:lnTo>
                    <a:pt x="4589458" y="1834467"/>
                  </a:lnTo>
                  <a:lnTo>
                    <a:pt x="4630642" y="1816469"/>
                  </a:lnTo>
                  <a:lnTo>
                    <a:pt x="4670787" y="1796612"/>
                  </a:lnTo>
                  <a:lnTo>
                    <a:pt x="4709837" y="1774952"/>
                  </a:lnTo>
                  <a:lnTo>
                    <a:pt x="4747738" y="1751542"/>
                  </a:lnTo>
                  <a:lnTo>
                    <a:pt x="4784436" y="1726437"/>
                  </a:lnTo>
                  <a:lnTo>
                    <a:pt x="4819876" y="1699692"/>
                  </a:lnTo>
                  <a:lnTo>
                    <a:pt x="4854002" y="1671361"/>
                  </a:lnTo>
                  <a:lnTo>
                    <a:pt x="4886762" y="1641500"/>
                  </a:lnTo>
                  <a:lnTo>
                    <a:pt x="4918100" y="1610162"/>
                  </a:lnTo>
                  <a:lnTo>
                    <a:pt x="4947961" y="1577402"/>
                  </a:lnTo>
                  <a:lnTo>
                    <a:pt x="4976292" y="1543276"/>
                  </a:lnTo>
                  <a:lnTo>
                    <a:pt x="5003037" y="1507836"/>
                  </a:lnTo>
                  <a:lnTo>
                    <a:pt x="5028142" y="1471138"/>
                  </a:lnTo>
                  <a:lnTo>
                    <a:pt x="5051551" y="1433237"/>
                  </a:lnTo>
                  <a:lnTo>
                    <a:pt x="5073212" y="1394187"/>
                  </a:lnTo>
                  <a:lnTo>
                    <a:pt x="5093069" y="1354042"/>
                  </a:lnTo>
                  <a:lnTo>
                    <a:pt x="5111067" y="1312858"/>
                  </a:lnTo>
                  <a:lnTo>
                    <a:pt x="5127153" y="1270688"/>
                  </a:lnTo>
                  <a:lnTo>
                    <a:pt x="5141270" y="1227588"/>
                  </a:lnTo>
                  <a:lnTo>
                    <a:pt x="5153366" y="1183612"/>
                  </a:lnTo>
                  <a:lnTo>
                    <a:pt x="5163384" y="1138814"/>
                  </a:lnTo>
                  <a:lnTo>
                    <a:pt x="5171272" y="1093249"/>
                  </a:lnTo>
                  <a:lnTo>
                    <a:pt x="5176973" y="1046972"/>
                  </a:lnTo>
                  <a:lnTo>
                    <a:pt x="5180434" y="1000037"/>
                  </a:lnTo>
                  <a:lnTo>
                    <a:pt x="5181600" y="952500"/>
                  </a:lnTo>
                  <a:lnTo>
                    <a:pt x="5180434" y="904962"/>
                  </a:lnTo>
                  <a:lnTo>
                    <a:pt x="5176973" y="858027"/>
                  </a:lnTo>
                  <a:lnTo>
                    <a:pt x="5171272" y="811750"/>
                  </a:lnTo>
                  <a:lnTo>
                    <a:pt x="5163384" y="766185"/>
                  </a:lnTo>
                  <a:lnTo>
                    <a:pt x="5153366" y="721387"/>
                  </a:lnTo>
                  <a:lnTo>
                    <a:pt x="5141270" y="677411"/>
                  </a:lnTo>
                  <a:lnTo>
                    <a:pt x="5127153" y="634311"/>
                  </a:lnTo>
                  <a:lnTo>
                    <a:pt x="5111067" y="592141"/>
                  </a:lnTo>
                  <a:lnTo>
                    <a:pt x="5093069" y="550957"/>
                  </a:lnTo>
                  <a:lnTo>
                    <a:pt x="5073212" y="510812"/>
                  </a:lnTo>
                  <a:lnTo>
                    <a:pt x="5051552" y="471762"/>
                  </a:lnTo>
                  <a:lnTo>
                    <a:pt x="5028142" y="433861"/>
                  </a:lnTo>
                  <a:lnTo>
                    <a:pt x="5003037" y="397163"/>
                  </a:lnTo>
                  <a:lnTo>
                    <a:pt x="4976292" y="361723"/>
                  </a:lnTo>
                  <a:lnTo>
                    <a:pt x="4947961" y="327597"/>
                  </a:lnTo>
                  <a:lnTo>
                    <a:pt x="4918100" y="294837"/>
                  </a:lnTo>
                  <a:lnTo>
                    <a:pt x="4886762" y="263499"/>
                  </a:lnTo>
                  <a:lnTo>
                    <a:pt x="4854002" y="233638"/>
                  </a:lnTo>
                  <a:lnTo>
                    <a:pt x="4819876" y="205307"/>
                  </a:lnTo>
                  <a:lnTo>
                    <a:pt x="4784436" y="178562"/>
                  </a:lnTo>
                  <a:lnTo>
                    <a:pt x="4747738" y="153457"/>
                  </a:lnTo>
                  <a:lnTo>
                    <a:pt x="4709837" y="130048"/>
                  </a:lnTo>
                  <a:lnTo>
                    <a:pt x="4670787" y="108387"/>
                  </a:lnTo>
                  <a:lnTo>
                    <a:pt x="4630642" y="88530"/>
                  </a:lnTo>
                  <a:lnTo>
                    <a:pt x="4589458" y="70532"/>
                  </a:lnTo>
                  <a:lnTo>
                    <a:pt x="4547288" y="54446"/>
                  </a:lnTo>
                  <a:lnTo>
                    <a:pt x="4504188" y="40329"/>
                  </a:lnTo>
                  <a:lnTo>
                    <a:pt x="4460212" y="28233"/>
                  </a:lnTo>
                  <a:lnTo>
                    <a:pt x="4415414" y="18215"/>
                  </a:lnTo>
                  <a:lnTo>
                    <a:pt x="4369849" y="10327"/>
                  </a:lnTo>
                  <a:lnTo>
                    <a:pt x="4323572" y="4626"/>
                  </a:lnTo>
                  <a:lnTo>
                    <a:pt x="4276637" y="1165"/>
                  </a:lnTo>
                  <a:lnTo>
                    <a:pt x="4229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31692" y="4888991"/>
              <a:ext cx="4876800" cy="320040"/>
            </a:xfrm>
            <a:custGeom>
              <a:avLst/>
              <a:gdLst/>
              <a:ahLst/>
              <a:cxnLst/>
              <a:rect l="l" t="t" r="r" b="b"/>
              <a:pathLst>
                <a:path w="4876800" h="320039">
                  <a:moveTo>
                    <a:pt x="4876800" y="160020"/>
                  </a:moveTo>
                  <a:lnTo>
                    <a:pt x="4870183" y="109435"/>
                  </a:lnTo>
                  <a:lnTo>
                    <a:pt x="4851793" y="65519"/>
                  </a:lnTo>
                  <a:lnTo>
                    <a:pt x="4823739" y="30873"/>
                  </a:lnTo>
                  <a:lnTo>
                    <a:pt x="4788179" y="8166"/>
                  </a:lnTo>
                  <a:lnTo>
                    <a:pt x="4747260" y="0"/>
                  </a:lnTo>
                  <a:lnTo>
                    <a:pt x="4626864" y="0"/>
                  </a:lnTo>
                  <a:lnTo>
                    <a:pt x="4617720" y="0"/>
                  </a:lnTo>
                  <a:lnTo>
                    <a:pt x="0" y="0"/>
                  </a:lnTo>
                  <a:lnTo>
                    <a:pt x="0" y="318516"/>
                  </a:lnTo>
                  <a:lnTo>
                    <a:pt x="4617720" y="318516"/>
                  </a:lnTo>
                  <a:lnTo>
                    <a:pt x="4617720" y="320040"/>
                  </a:lnTo>
                  <a:lnTo>
                    <a:pt x="4747260" y="320040"/>
                  </a:lnTo>
                  <a:lnTo>
                    <a:pt x="4788179" y="311886"/>
                  </a:lnTo>
                  <a:lnTo>
                    <a:pt x="4823739" y="289179"/>
                  </a:lnTo>
                  <a:lnTo>
                    <a:pt x="4851793" y="254533"/>
                  </a:lnTo>
                  <a:lnTo>
                    <a:pt x="4870183" y="210616"/>
                  </a:lnTo>
                  <a:lnTo>
                    <a:pt x="4876800" y="16002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66907" y="1604701"/>
            <a:ext cx="7321778" cy="599075"/>
          </a:xfrm>
          <a:prstGeom prst="rect">
            <a:avLst/>
          </a:prstGeom>
        </p:spPr>
        <p:txBody>
          <a:bodyPr vert="horz" wrap="square" lIns="0" tIns="74295" rIns="0" bIns="0" rtlCol="0" anchor="ctr">
            <a:spAutoFit/>
          </a:bodyPr>
          <a:lstStyle/>
          <a:p>
            <a:pPr marL="12700" marR="5080" indent="214629">
              <a:lnSpc>
                <a:spcPts val="3890"/>
              </a:lnSpc>
              <a:spcBef>
                <a:spcPts val="585"/>
              </a:spcBef>
            </a:pPr>
            <a:r>
              <a:rPr lang="en-GB" spc="-10" dirty="0">
                <a:solidFill>
                  <a:srgbClr val="003366"/>
                </a:solidFill>
              </a:rPr>
              <a:t>MSBA 605 Python for Analytics</a:t>
            </a:r>
            <a:endParaRPr spc="-10" dirty="0">
              <a:solidFill>
                <a:srgbClr val="003366"/>
              </a:solidFill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374317"/>
            <a:ext cx="2743200" cy="32919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2975"/>
              </a:lnSpc>
            </a:pPr>
            <a:fld id="{81D60167-4931-47E6-BA6A-407CBD079E47}" type="slidenum">
              <a:rPr spc="-25" dirty="0"/>
              <a:pPr marL="38100">
                <a:lnSpc>
                  <a:spcPts val="2975"/>
                </a:lnSpc>
              </a:pPr>
              <a:t>1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277102" y="4256659"/>
            <a:ext cx="4238498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dirty="0">
                <a:solidFill>
                  <a:srgbClr val="006666"/>
                </a:solidFill>
                <a:latin typeface="Arial"/>
                <a:cs typeface="Arial"/>
              </a:rPr>
              <a:t>Dr.</a:t>
            </a:r>
            <a:r>
              <a:rPr sz="2800" spc="-75" dirty="0">
                <a:solidFill>
                  <a:srgbClr val="006666"/>
                </a:solidFill>
                <a:latin typeface="Arial"/>
                <a:cs typeface="Arial"/>
              </a:rPr>
              <a:t> </a:t>
            </a:r>
            <a:r>
              <a:rPr lang="en-GB" sz="2800" spc="-75" dirty="0">
                <a:solidFill>
                  <a:srgbClr val="006666"/>
                </a:solidFill>
                <a:latin typeface="Arial"/>
                <a:cs typeface="Arial"/>
              </a:rPr>
              <a:t>Madan Mohan Rayguru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C6EE1-EF63-244C-79AD-04ED026A3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190" y="1483546"/>
            <a:ext cx="10515600" cy="477910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From Bhubaneswar, India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PhD in Robotics &amp; Control from IIT Delhi. MSBA from COB, UofL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Assistant Professor in COB and Affiliated Faculty in Louisville    Autonomous Robotics Research Institute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Previously worked in Singapore University and Delhi University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Passionate about AI, Human-Machine Coexistence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dirty="0"/>
              <a:t>My research: </a:t>
            </a:r>
            <a:r>
              <a:rPr lang="en-GB" sz="2000" i="1" dirty="0">
                <a:hlinkClick r:id="rId2"/>
              </a:rPr>
              <a:t>https://scholar.google.co.in/citations?user=BA2izN0AAAAJ&amp;hl=en</a:t>
            </a:r>
            <a:endParaRPr lang="en-GB" sz="2000" i="1" dirty="0"/>
          </a:p>
          <a:p>
            <a:pPr marL="0" indent="0">
              <a:buNone/>
            </a:pPr>
            <a:endParaRPr lang="en-IN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9DD3D-3054-4722-3E93-B1A0C0DB08FE}"/>
              </a:ext>
            </a:extLst>
          </p:cNvPr>
          <p:cNvSpPr txBox="1"/>
          <p:nvPr/>
        </p:nvSpPr>
        <p:spPr>
          <a:xfrm>
            <a:off x="782832" y="506538"/>
            <a:ext cx="9188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i="1" dirty="0">
                <a:solidFill>
                  <a:srgbClr val="C00000"/>
                </a:solidFill>
              </a:rPr>
              <a:t>I am</a:t>
            </a:r>
            <a:endParaRPr lang="en-IN" sz="3200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821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Computer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374317"/>
            <a:ext cx="2743200" cy="32919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2975"/>
              </a:lnSpc>
            </a:pPr>
            <a:fld id="{81D60167-4931-47E6-BA6A-407CBD079E47}" type="slidenum">
              <a:rPr spc="-25" dirty="0"/>
              <a:pPr marL="38100">
                <a:lnSpc>
                  <a:spcPts val="2975"/>
                </a:lnSpc>
              </a:pPr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441244" y="2314828"/>
            <a:ext cx="7326630" cy="36842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spcBef>
                <a:spcPts val="675"/>
              </a:spcBef>
              <a:buSzPct val="75000"/>
              <a:buFont typeface="Wingdings"/>
              <a:buChar char=""/>
              <a:tabLst>
                <a:tab pos="354965" algn="l"/>
              </a:tabLst>
            </a:pP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Dumb</a:t>
            </a:r>
            <a:r>
              <a:rPr sz="2400" spc="-7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3366"/>
                </a:solidFill>
                <a:latin typeface="Arial"/>
                <a:cs typeface="Arial"/>
              </a:rPr>
              <a:t>device.</a:t>
            </a:r>
            <a:endParaRPr sz="2400">
              <a:latin typeface="Arial"/>
              <a:cs typeface="Arial"/>
            </a:endParaRPr>
          </a:p>
          <a:p>
            <a:pPr marL="354965" indent="-342265">
              <a:spcBef>
                <a:spcPts val="580"/>
              </a:spcBef>
              <a:buSzPct val="75000"/>
              <a:buFont typeface="Wingdings"/>
              <a:buChar char=""/>
              <a:tabLst>
                <a:tab pos="354965" algn="l"/>
              </a:tabLst>
            </a:pP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Only</a:t>
            </a:r>
            <a:r>
              <a:rPr sz="2400" spc="-4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does</a:t>
            </a:r>
            <a:r>
              <a:rPr sz="2400" spc="-3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what</a:t>
            </a:r>
            <a:r>
              <a:rPr sz="2400" spc="-3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it</a:t>
            </a:r>
            <a:r>
              <a:rPr sz="2400" spc="-4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is</a:t>
            </a:r>
            <a:r>
              <a:rPr sz="2400" spc="-3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3366"/>
                </a:solidFill>
                <a:latin typeface="Arial"/>
                <a:cs typeface="Arial"/>
              </a:rPr>
              <a:t>told.</a:t>
            </a:r>
            <a:endParaRPr sz="2400">
              <a:latin typeface="Arial"/>
              <a:cs typeface="Arial"/>
            </a:endParaRPr>
          </a:p>
          <a:p>
            <a:pPr marL="354965" marR="5080" indent="-342900">
              <a:spcBef>
                <a:spcPts val="575"/>
              </a:spcBef>
              <a:buSzPct val="75000"/>
              <a:buFont typeface="Wingdings"/>
              <a:buChar char=""/>
              <a:tabLst>
                <a:tab pos="354965" algn="l"/>
              </a:tabLst>
            </a:pP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So</a:t>
            </a:r>
            <a:r>
              <a:rPr sz="2400" spc="-7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dumb,</a:t>
            </a:r>
            <a:r>
              <a:rPr sz="2400" spc="-6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that</a:t>
            </a:r>
            <a:r>
              <a:rPr sz="2400" spc="-6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it</a:t>
            </a:r>
            <a:r>
              <a:rPr sz="2400" spc="-6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only</a:t>
            </a:r>
            <a:r>
              <a:rPr sz="2400" spc="-5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understands</a:t>
            </a:r>
            <a:r>
              <a:rPr sz="2400" spc="-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extremely</a:t>
            </a:r>
            <a:r>
              <a:rPr sz="2400" spc="-5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3366"/>
                </a:solidFill>
                <a:latin typeface="Arial"/>
                <a:cs typeface="Arial"/>
              </a:rPr>
              <a:t>explicit instructions.</a:t>
            </a:r>
            <a:endParaRPr sz="2400">
              <a:latin typeface="Arial"/>
              <a:cs typeface="Arial"/>
            </a:endParaRPr>
          </a:p>
          <a:p>
            <a:pPr marL="354965" marR="403225" indent="-342900">
              <a:spcBef>
                <a:spcPts val="580"/>
              </a:spcBef>
              <a:buSzPct val="75000"/>
              <a:buFont typeface="Wingdings"/>
              <a:buChar char=""/>
              <a:tabLst>
                <a:tab pos="354965" algn="l"/>
              </a:tabLst>
            </a:pP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We</a:t>
            </a:r>
            <a:r>
              <a:rPr sz="2400" spc="-6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must</a:t>
            </a:r>
            <a:r>
              <a:rPr sz="2400" spc="-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use</a:t>
            </a:r>
            <a:r>
              <a:rPr sz="2400" spc="-5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a</a:t>
            </a:r>
            <a:r>
              <a:rPr sz="2400" spc="-5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special</a:t>
            </a:r>
            <a:r>
              <a:rPr sz="2400" spc="-4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language:</a:t>
            </a:r>
            <a:r>
              <a:rPr sz="2400" spc="-2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b="1" i="1" spc="-10" dirty="0">
                <a:solidFill>
                  <a:srgbClr val="003366"/>
                </a:solidFill>
                <a:latin typeface="Arial"/>
                <a:cs typeface="Arial"/>
              </a:rPr>
              <a:t>Programming Language</a:t>
            </a:r>
            <a:r>
              <a:rPr sz="2400" spc="-10" dirty="0">
                <a:solidFill>
                  <a:srgbClr val="003366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354965" marR="549275" indent="-342900">
              <a:spcBef>
                <a:spcPts val="575"/>
              </a:spcBef>
              <a:buSzPct val="75000"/>
              <a:buFont typeface="Wingdings"/>
              <a:buChar char=""/>
              <a:tabLst>
                <a:tab pos="354965" algn="l"/>
              </a:tabLst>
            </a:pPr>
            <a:r>
              <a:rPr sz="2400" u="sng" dirty="0">
                <a:solidFill>
                  <a:srgbClr val="003366"/>
                </a:solidFill>
                <a:uFill>
                  <a:solidFill>
                    <a:srgbClr val="003366"/>
                  </a:solidFill>
                </a:uFill>
                <a:latin typeface="Arial"/>
                <a:cs typeface="Arial"/>
              </a:rPr>
              <a:t>Programming</a:t>
            </a:r>
            <a:r>
              <a:rPr sz="2400" u="sng" spc="-85" dirty="0">
                <a:solidFill>
                  <a:srgbClr val="003366"/>
                </a:solidFill>
                <a:uFill>
                  <a:solidFill>
                    <a:srgbClr val="003366"/>
                  </a:solidFill>
                </a:uFill>
                <a:latin typeface="Arial"/>
                <a:cs typeface="Arial"/>
              </a:rPr>
              <a:t> </a:t>
            </a:r>
            <a:r>
              <a:rPr sz="2400" u="sng" dirty="0">
                <a:solidFill>
                  <a:srgbClr val="003366"/>
                </a:solidFill>
                <a:uFill>
                  <a:solidFill>
                    <a:srgbClr val="003366"/>
                  </a:solidFill>
                </a:uFill>
                <a:latin typeface="Arial"/>
                <a:cs typeface="Arial"/>
              </a:rPr>
              <a:t>Language</a:t>
            </a:r>
            <a:r>
              <a:rPr sz="2400" spc="-6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–</a:t>
            </a:r>
            <a:r>
              <a:rPr sz="2400" spc="-9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Language</a:t>
            </a:r>
            <a:r>
              <a:rPr sz="2400" spc="-6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in</a:t>
            </a:r>
            <a:r>
              <a:rPr sz="2400" spc="-10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which</a:t>
            </a:r>
            <a:r>
              <a:rPr sz="2400" spc="-7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spc="-50" dirty="0">
                <a:solidFill>
                  <a:srgbClr val="003366"/>
                </a:solidFill>
                <a:latin typeface="Arial"/>
                <a:cs typeface="Arial"/>
              </a:rPr>
              <a:t>a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programmer</a:t>
            </a:r>
            <a:r>
              <a:rPr sz="2400" spc="-7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can</a:t>
            </a:r>
            <a:r>
              <a:rPr sz="2400" spc="-7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explain</a:t>
            </a:r>
            <a:r>
              <a:rPr sz="2400" spc="-3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to</a:t>
            </a:r>
            <a:r>
              <a:rPr sz="2400" spc="-9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the</a:t>
            </a:r>
            <a:r>
              <a:rPr sz="2400" spc="-7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computer</a:t>
            </a:r>
            <a:r>
              <a:rPr sz="2400" spc="-7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003366"/>
                </a:solidFill>
                <a:latin typeface="Arial"/>
                <a:cs typeface="Arial"/>
              </a:rPr>
              <a:t>what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he/she</a:t>
            </a:r>
            <a:r>
              <a:rPr sz="2400" spc="-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needs</a:t>
            </a:r>
            <a:r>
              <a:rPr sz="2400" spc="-4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it</a:t>
            </a:r>
            <a:r>
              <a:rPr sz="2400" spc="-4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to</a:t>
            </a:r>
            <a:r>
              <a:rPr sz="2400" spc="-7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003366"/>
                </a:solidFill>
                <a:latin typeface="Arial"/>
                <a:cs typeface="Arial"/>
              </a:rPr>
              <a:t>do.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01328" y="0"/>
            <a:ext cx="1566672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/>
              <a:t>Programming</a:t>
            </a:r>
            <a:r>
              <a:rPr spc="-35" dirty="0"/>
              <a:t> </a:t>
            </a:r>
            <a:r>
              <a:rPr spc="-10" dirty="0"/>
              <a:t>Language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374317"/>
            <a:ext cx="2743200" cy="32919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2975"/>
              </a:lnSpc>
            </a:pPr>
            <a:fld id="{81D60167-4931-47E6-BA6A-407CBD079E47}" type="slidenum">
              <a:rPr spc="-25" dirty="0"/>
              <a:pPr marL="38100">
                <a:lnSpc>
                  <a:spcPts val="2975"/>
                </a:lnSpc>
              </a:pPr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288541" y="2419665"/>
            <a:ext cx="7503795" cy="3120726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355600" indent="-342900">
              <a:spcBef>
                <a:spcPts val="335"/>
              </a:spcBef>
              <a:buSzPct val="75000"/>
              <a:buFont typeface="Wingdings"/>
              <a:buChar char=""/>
              <a:tabLst>
                <a:tab pos="355600" algn="l"/>
              </a:tabLst>
            </a:pP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Computers</a:t>
            </a:r>
            <a:r>
              <a:rPr sz="2000" spc="-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are</a:t>
            </a:r>
            <a:r>
              <a:rPr sz="2000" spc="-2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complex</a:t>
            </a:r>
            <a:r>
              <a:rPr sz="2000" spc="-3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networks</a:t>
            </a:r>
            <a:r>
              <a:rPr sz="2000" spc="-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of</a:t>
            </a:r>
            <a:r>
              <a:rPr sz="2000" spc="-2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03366"/>
                </a:solidFill>
                <a:latin typeface="Arial"/>
                <a:cs typeface="Arial"/>
              </a:rPr>
              <a:t>switches.</a:t>
            </a:r>
            <a:endParaRPr sz="2000">
              <a:latin typeface="Arial"/>
              <a:cs typeface="Arial"/>
            </a:endParaRPr>
          </a:p>
          <a:p>
            <a:pPr marL="355600" marR="99695" indent="-343535">
              <a:lnSpc>
                <a:spcPts val="2160"/>
              </a:lnSpc>
              <a:spcBef>
                <a:spcPts val="509"/>
              </a:spcBef>
              <a:buSzPct val="75000"/>
              <a:buFont typeface="Wingdings"/>
              <a:buChar char=""/>
              <a:tabLst>
                <a:tab pos="355600" algn="l"/>
              </a:tabLst>
            </a:pP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Only</a:t>
            </a:r>
            <a:r>
              <a:rPr sz="2000" spc="-3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understand</a:t>
            </a:r>
            <a:r>
              <a:rPr sz="2000" spc="-4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sequences</a:t>
            </a:r>
            <a:r>
              <a:rPr sz="2000" spc="-6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of</a:t>
            </a:r>
            <a:r>
              <a:rPr sz="2000" spc="-3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0’s</a:t>
            </a:r>
            <a:r>
              <a:rPr sz="2000" spc="-1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and</a:t>
            </a:r>
            <a:r>
              <a:rPr sz="2000" spc="-3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1’s,</a:t>
            </a:r>
            <a:r>
              <a:rPr sz="2000" spc="-3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where</a:t>
            </a:r>
            <a:r>
              <a:rPr sz="2000" spc="-4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0</a:t>
            </a:r>
            <a:r>
              <a:rPr sz="2000" spc="-3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03366"/>
                </a:solidFill>
                <a:latin typeface="Arial"/>
                <a:cs typeface="Arial"/>
              </a:rPr>
              <a:t>represents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the</a:t>
            </a:r>
            <a:r>
              <a:rPr sz="2000" spc="-3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u="sng" dirty="0">
                <a:solidFill>
                  <a:srgbClr val="003366"/>
                </a:solidFill>
                <a:uFill>
                  <a:solidFill>
                    <a:srgbClr val="003366"/>
                  </a:solidFill>
                </a:uFill>
                <a:latin typeface="Arial"/>
                <a:cs typeface="Arial"/>
              </a:rPr>
              <a:t>off</a:t>
            </a:r>
            <a:r>
              <a:rPr sz="2000" spc="-3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state</a:t>
            </a:r>
            <a:r>
              <a:rPr sz="2000" spc="-3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of</a:t>
            </a:r>
            <a:r>
              <a:rPr sz="2000" spc="-3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the</a:t>
            </a:r>
            <a:r>
              <a:rPr sz="2000" spc="-2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switch</a:t>
            </a:r>
            <a:r>
              <a:rPr sz="2000" spc="-4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and</a:t>
            </a:r>
            <a:r>
              <a:rPr sz="2000" spc="-2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1</a:t>
            </a:r>
            <a:r>
              <a:rPr sz="2000" spc="-1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represents</a:t>
            </a:r>
            <a:r>
              <a:rPr sz="2000" spc="-6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the</a:t>
            </a:r>
            <a:r>
              <a:rPr sz="2000" spc="-1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u="sng" dirty="0">
                <a:solidFill>
                  <a:srgbClr val="003366"/>
                </a:solidFill>
                <a:uFill>
                  <a:solidFill>
                    <a:srgbClr val="003366"/>
                  </a:solidFill>
                </a:uFill>
                <a:latin typeface="Arial"/>
                <a:cs typeface="Arial"/>
              </a:rPr>
              <a:t>on</a:t>
            </a:r>
            <a:r>
              <a:rPr sz="2000" spc="-1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state</a:t>
            </a:r>
            <a:r>
              <a:rPr sz="2000" spc="-3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of</a:t>
            </a:r>
            <a:r>
              <a:rPr sz="2000" spc="-2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003366"/>
                </a:solidFill>
                <a:latin typeface="Arial"/>
                <a:cs typeface="Arial"/>
              </a:rPr>
              <a:t>the </a:t>
            </a:r>
            <a:r>
              <a:rPr sz="2000" spc="-10" dirty="0">
                <a:solidFill>
                  <a:srgbClr val="003366"/>
                </a:solidFill>
                <a:latin typeface="Arial"/>
                <a:cs typeface="Arial"/>
              </a:rPr>
              <a:t>switch.</a:t>
            </a:r>
            <a:endParaRPr sz="2000">
              <a:latin typeface="Arial"/>
              <a:cs typeface="Arial"/>
            </a:endParaRPr>
          </a:p>
          <a:p>
            <a:pPr marL="355600" indent="-342900">
              <a:spcBef>
                <a:spcPts val="210"/>
              </a:spcBef>
              <a:buSzPct val="75000"/>
              <a:buFont typeface="Wingdings"/>
              <a:buChar char=""/>
              <a:tabLst>
                <a:tab pos="355600" algn="l"/>
              </a:tabLst>
            </a:pP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Long</a:t>
            </a:r>
            <a:r>
              <a:rPr sz="2000" spc="-3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patterns</a:t>
            </a:r>
            <a:r>
              <a:rPr sz="2000" spc="-4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of</a:t>
            </a:r>
            <a:r>
              <a:rPr sz="2000" spc="-3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0’s</a:t>
            </a:r>
            <a:r>
              <a:rPr sz="2000" spc="-2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and</a:t>
            </a:r>
            <a:r>
              <a:rPr sz="2000" spc="-3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1’s</a:t>
            </a:r>
            <a:r>
              <a:rPr sz="2000" spc="-1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represent</a:t>
            </a:r>
            <a:r>
              <a:rPr sz="2000" spc="-4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u="sng" dirty="0">
                <a:solidFill>
                  <a:srgbClr val="003366"/>
                </a:solidFill>
                <a:uFill>
                  <a:solidFill>
                    <a:srgbClr val="003366"/>
                  </a:solidFill>
                </a:uFill>
                <a:latin typeface="Arial"/>
                <a:cs typeface="Arial"/>
              </a:rPr>
              <a:t>instructions</a:t>
            </a:r>
            <a:r>
              <a:rPr sz="2000" spc="-5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and</a:t>
            </a:r>
            <a:r>
              <a:rPr sz="2000" spc="-3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u="sng" spc="-10" dirty="0">
                <a:solidFill>
                  <a:srgbClr val="003366"/>
                </a:solidFill>
                <a:uFill>
                  <a:solidFill>
                    <a:srgbClr val="003366"/>
                  </a:solidFill>
                </a:uFill>
                <a:latin typeface="Arial"/>
                <a:cs typeface="Arial"/>
              </a:rPr>
              <a:t>data</a:t>
            </a:r>
            <a:r>
              <a:rPr sz="2000" spc="-10" dirty="0">
                <a:solidFill>
                  <a:srgbClr val="003366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ts val="2280"/>
              </a:lnSpc>
              <a:spcBef>
                <a:spcPts val="240"/>
              </a:spcBef>
              <a:buSzPct val="75000"/>
              <a:buFont typeface="Wingdings"/>
              <a:buChar char=""/>
              <a:tabLst>
                <a:tab pos="355600" algn="l"/>
              </a:tabLst>
            </a:pP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This</a:t>
            </a:r>
            <a:r>
              <a:rPr sz="2000" spc="-3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is</a:t>
            </a:r>
            <a:r>
              <a:rPr sz="2000" spc="-1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a</a:t>
            </a:r>
            <a:r>
              <a:rPr sz="2000" spc="-3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very</a:t>
            </a:r>
            <a:r>
              <a:rPr sz="2000" spc="-3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complicated</a:t>
            </a:r>
            <a:r>
              <a:rPr sz="2000" spc="-4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way</a:t>
            </a:r>
            <a:r>
              <a:rPr sz="2000" spc="-4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of</a:t>
            </a:r>
            <a:r>
              <a:rPr sz="2000" spc="-2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communicating</a:t>
            </a:r>
            <a:r>
              <a:rPr sz="2000" spc="-7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with</a:t>
            </a:r>
            <a:r>
              <a:rPr sz="2000" spc="-25" dirty="0">
                <a:solidFill>
                  <a:srgbClr val="003366"/>
                </a:solidFill>
                <a:latin typeface="Arial"/>
                <a:cs typeface="Arial"/>
              </a:rPr>
              <a:t> the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ts val="2280"/>
              </a:lnSpc>
            </a:pPr>
            <a:r>
              <a:rPr sz="2000" spc="-10" dirty="0">
                <a:solidFill>
                  <a:srgbClr val="003366"/>
                </a:solidFill>
                <a:latin typeface="Arial"/>
                <a:cs typeface="Arial"/>
              </a:rPr>
              <a:t>computer.</a:t>
            </a:r>
            <a:endParaRPr sz="2000">
              <a:latin typeface="Arial"/>
              <a:cs typeface="Arial"/>
            </a:endParaRPr>
          </a:p>
          <a:p>
            <a:pPr marL="355600" marR="5080" indent="-343535">
              <a:lnSpc>
                <a:spcPts val="2160"/>
              </a:lnSpc>
              <a:spcBef>
                <a:spcPts val="515"/>
              </a:spcBef>
              <a:buSzPct val="75000"/>
              <a:buFont typeface="Wingdings"/>
              <a:buChar char=""/>
              <a:tabLst>
                <a:tab pos="355600" algn="l"/>
              </a:tabLst>
            </a:pP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A</a:t>
            </a:r>
            <a:r>
              <a:rPr sz="2000" spc="-2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programmer</a:t>
            </a:r>
            <a:r>
              <a:rPr sz="2000" spc="-6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might</a:t>
            </a:r>
            <a:r>
              <a:rPr sz="2000" spc="-2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spend</a:t>
            </a:r>
            <a:r>
              <a:rPr sz="2000" spc="-4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hours</a:t>
            </a:r>
            <a:r>
              <a:rPr sz="2000" spc="-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programming</a:t>
            </a:r>
            <a:r>
              <a:rPr sz="2000" spc="-5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the</a:t>
            </a:r>
            <a:r>
              <a:rPr sz="2000" spc="-3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03366"/>
                </a:solidFill>
                <a:latin typeface="Arial"/>
                <a:cs typeface="Arial"/>
              </a:rPr>
              <a:t>machine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using</a:t>
            </a:r>
            <a:r>
              <a:rPr sz="2000" spc="-3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0’s</a:t>
            </a:r>
            <a:r>
              <a:rPr sz="2000" spc="-3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and</a:t>
            </a:r>
            <a:r>
              <a:rPr sz="2000" spc="-3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1’s</a:t>
            </a:r>
            <a:r>
              <a:rPr sz="2000" spc="-1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to</a:t>
            </a:r>
            <a:r>
              <a:rPr sz="2000" spc="-3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perform</a:t>
            </a:r>
            <a:r>
              <a:rPr sz="2000" spc="-6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something</a:t>
            </a:r>
            <a:r>
              <a:rPr sz="2000" spc="-6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as</a:t>
            </a:r>
            <a:r>
              <a:rPr sz="2000" spc="-3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simple</a:t>
            </a:r>
            <a:r>
              <a:rPr sz="2000" spc="-3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as</a:t>
            </a:r>
            <a:r>
              <a:rPr sz="2000" spc="-3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3366"/>
                </a:solidFill>
                <a:latin typeface="Arial"/>
                <a:cs typeface="Arial"/>
              </a:rPr>
              <a:t>adding</a:t>
            </a:r>
            <a:r>
              <a:rPr sz="2000" spc="-3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003366"/>
                </a:solidFill>
                <a:latin typeface="Arial"/>
                <a:cs typeface="Arial"/>
              </a:rPr>
              <a:t>two </a:t>
            </a:r>
            <a:r>
              <a:rPr sz="2000" spc="-10" dirty="0">
                <a:solidFill>
                  <a:srgbClr val="003366"/>
                </a:solidFill>
                <a:latin typeface="Arial"/>
                <a:cs typeface="Arial"/>
              </a:rPr>
              <a:t>numbers.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4800" y="0"/>
            <a:ext cx="2743200" cy="18684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/>
              <a:t>Programming</a:t>
            </a:r>
            <a:r>
              <a:rPr spc="-35" dirty="0"/>
              <a:t> </a:t>
            </a:r>
            <a:r>
              <a:rPr spc="-10" dirty="0"/>
              <a:t>Language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374317"/>
            <a:ext cx="2743200" cy="32919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2975"/>
              </a:lnSpc>
            </a:pPr>
            <a:fld id="{81D60167-4931-47E6-BA6A-407CBD079E47}" type="slidenum">
              <a:rPr spc="-25" dirty="0"/>
              <a:pPr marL="38100">
                <a:lnSpc>
                  <a:spcPts val="2975"/>
                </a:lnSpc>
              </a:pPr>
              <a:t>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441244" y="2343734"/>
            <a:ext cx="7430134" cy="331216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54965" marR="104775" indent="-342900">
              <a:lnSpc>
                <a:spcPts val="3030"/>
              </a:lnSpc>
              <a:spcBef>
                <a:spcPts val="475"/>
              </a:spcBef>
              <a:buSzPct val="75000"/>
              <a:buFont typeface="Wingdings"/>
              <a:buChar char=""/>
              <a:tabLst>
                <a:tab pos="354965" algn="l"/>
              </a:tabLst>
            </a:pP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As</a:t>
            </a:r>
            <a:r>
              <a:rPr sz="2800" spc="-8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systems</a:t>
            </a:r>
            <a:r>
              <a:rPr sz="2800" spc="-7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became</a:t>
            </a:r>
            <a:r>
              <a:rPr sz="2800" spc="-6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more</a:t>
            </a:r>
            <a:r>
              <a:rPr sz="2800" spc="-5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complex,</a:t>
            </a:r>
            <a:r>
              <a:rPr sz="2800" spc="-7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so</a:t>
            </a:r>
            <a:r>
              <a:rPr sz="2800" spc="-7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003366"/>
                </a:solidFill>
                <a:latin typeface="Arial"/>
                <a:cs typeface="Arial"/>
              </a:rPr>
              <a:t>have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the</a:t>
            </a:r>
            <a:r>
              <a:rPr sz="2800" spc="-8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means</a:t>
            </a:r>
            <a:r>
              <a:rPr sz="2800" spc="-8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of</a:t>
            </a:r>
            <a:r>
              <a:rPr sz="2800" spc="-7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communicating</a:t>
            </a:r>
            <a:r>
              <a:rPr sz="2800" spc="-7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with</a:t>
            </a:r>
            <a:r>
              <a:rPr sz="2800" spc="-8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03366"/>
                </a:solidFill>
                <a:latin typeface="Arial"/>
                <a:cs typeface="Arial"/>
              </a:rPr>
              <a:t>them.</a:t>
            </a:r>
            <a:endParaRPr sz="2800">
              <a:latin typeface="Arial"/>
              <a:cs typeface="Arial"/>
            </a:endParaRPr>
          </a:p>
          <a:p>
            <a:pPr marL="354965" marR="280670" indent="-342900">
              <a:lnSpc>
                <a:spcPts val="3020"/>
              </a:lnSpc>
              <a:spcBef>
                <a:spcPts val="670"/>
              </a:spcBef>
              <a:buSzPct val="75000"/>
              <a:buFont typeface="Wingdings"/>
              <a:buChar char=""/>
              <a:tabLst>
                <a:tab pos="354965" algn="l"/>
              </a:tabLst>
            </a:pP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Flipping</a:t>
            </a:r>
            <a:r>
              <a:rPr sz="2800" spc="-8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switches</a:t>
            </a:r>
            <a:r>
              <a:rPr sz="2800" spc="-8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evolved</a:t>
            </a:r>
            <a:r>
              <a:rPr sz="2800" spc="-9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into</a:t>
            </a:r>
            <a:r>
              <a:rPr sz="2800" spc="-8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pointing</a:t>
            </a:r>
            <a:r>
              <a:rPr sz="2800" spc="-8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003366"/>
                </a:solidFill>
                <a:latin typeface="Arial"/>
                <a:cs typeface="Arial"/>
              </a:rPr>
              <a:t>with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the</a:t>
            </a:r>
            <a:r>
              <a:rPr sz="2800" spc="-5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mouse</a:t>
            </a:r>
            <a:r>
              <a:rPr sz="2800" spc="-6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and</a:t>
            </a:r>
            <a:r>
              <a:rPr sz="2800" spc="-5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03366"/>
                </a:solidFill>
                <a:latin typeface="Arial"/>
                <a:cs typeface="Arial"/>
              </a:rPr>
              <a:t>clicking.</a:t>
            </a:r>
            <a:endParaRPr sz="2800">
              <a:latin typeface="Arial"/>
              <a:cs typeface="Arial"/>
            </a:endParaRPr>
          </a:p>
          <a:p>
            <a:pPr marL="354965" marR="5080" indent="-342900">
              <a:lnSpc>
                <a:spcPct val="90000"/>
              </a:lnSpc>
              <a:spcBef>
                <a:spcPts val="635"/>
              </a:spcBef>
              <a:buSzPct val="75000"/>
              <a:buFont typeface="Wingdings"/>
              <a:buChar char=""/>
              <a:tabLst>
                <a:tab pos="354965" algn="l"/>
              </a:tabLst>
            </a:pP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Programming</a:t>
            </a:r>
            <a:r>
              <a:rPr sz="2800" spc="-7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evolved</a:t>
            </a:r>
            <a:r>
              <a:rPr sz="2800" spc="-11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from</a:t>
            </a:r>
            <a:r>
              <a:rPr sz="2800" spc="-11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entering</a:t>
            </a:r>
            <a:r>
              <a:rPr sz="2800" spc="-11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003366"/>
                </a:solidFill>
                <a:latin typeface="Arial"/>
                <a:cs typeface="Arial"/>
              </a:rPr>
              <a:t>long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patterns</a:t>
            </a:r>
            <a:r>
              <a:rPr sz="2800" spc="-6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of</a:t>
            </a:r>
            <a:r>
              <a:rPr sz="2800" spc="-6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0’s</a:t>
            </a:r>
            <a:r>
              <a:rPr sz="2800" spc="-6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and</a:t>
            </a:r>
            <a:r>
              <a:rPr sz="2800" spc="-4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1’s</a:t>
            </a:r>
            <a:r>
              <a:rPr sz="2800" spc="-6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using</a:t>
            </a:r>
            <a:r>
              <a:rPr sz="2800" spc="-5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toggle</a:t>
            </a:r>
            <a:r>
              <a:rPr sz="2800" spc="-5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03366"/>
                </a:solidFill>
                <a:latin typeface="Arial"/>
                <a:cs typeface="Arial"/>
              </a:rPr>
              <a:t>switches,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to</a:t>
            </a:r>
            <a:r>
              <a:rPr sz="2800" spc="-6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writing</a:t>
            </a:r>
            <a:r>
              <a:rPr sz="2800" spc="-3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what</a:t>
            </a:r>
            <a:r>
              <a:rPr sz="2800" spc="-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needs</a:t>
            </a:r>
            <a:r>
              <a:rPr sz="2800" spc="-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to</a:t>
            </a:r>
            <a:r>
              <a:rPr sz="2800" spc="-5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be</a:t>
            </a:r>
            <a:r>
              <a:rPr sz="2800" spc="-5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done</a:t>
            </a:r>
            <a:r>
              <a:rPr sz="2800" spc="-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in</a:t>
            </a:r>
            <a:r>
              <a:rPr sz="2800" spc="-4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03366"/>
                </a:solidFill>
                <a:latin typeface="Arial"/>
                <a:cs typeface="Arial"/>
              </a:rPr>
              <a:t>an </a:t>
            </a:r>
            <a:r>
              <a:rPr sz="2800" spc="-20" dirty="0">
                <a:solidFill>
                  <a:srgbClr val="003366"/>
                </a:solidFill>
                <a:latin typeface="Arial"/>
                <a:cs typeface="Arial"/>
              </a:rPr>
              <a:t>“English-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Like”</a:t>
            </a:r>
            <a:r>
              <a:rPr sz="2800" spc="3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03366"/>
                </a:solidFill>
                <a:latin typeface="Arial"/>
                <a:cs typeface="Arial"/>
              </a:rPr>
              <a:t>language.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682940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dirty="0"/>
              <a:t>Creating</a:t>
            </a:r>
            <a:r>
              <a:rPr spc="-2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Computer</a:t>
            </a:r>
            <a:r>
              <a:rPr spc="-10" dirty="0"/>
              <a:t> Program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374317"/>
            <a:ext cx="2743200" cy="32919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2975"/>
              </a:lnSpc>
            </a:pPr>
            <a:fld id="{81D60167-4931-47E6-BA6A-407CBD079E47}" type="slidenum">
              <a:rPr spc="-25" dirty="0"/>
              <a:pPr marL="38100">
                <a:lnSpc>
                  <a:spcPts val="2975"/>
                </a:lnSpc>
              </a:pPr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441244" y="2386407"/>
            <a:ext cx="7183120" cy="27770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spcBef>
                <a:spcPts val="95"/>
              </a:spcBef>
              <a:buSzPct val="75000"/>
              <a:buFont typeface="Wingdings"/>
              <a:buChar char=""/>
              <a:tabLst>
                <a:tab pos="354965" algn="l"/>
              </a:tabLst>
            </a:pP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A</a:t>
            </a:r>
            <a:r>
              <a:rPr sz="2800" spc="-4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program</a:t>
            </a:r>
            <a:r>
              <a:rPr sz="2800" spc="-3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is</a:t>
            </a:r>
            <a:r>
              <a:rPr sz="2800" spc="-4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similar</a:t>
            </a:r>
            <a:r>
              <a:rPr sz="2800" spc="-4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to</a:t>
            </a:r>
            <a:r>
              <a:rPr sz="2800" spc="-4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a</a:t>
            </a:r>
            <a:r>
              <a:rPr sz="2800" spc="-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recipe</a:t>
            </a:r>
            <a:r>
              <a:rPr sz="2800" spc="-4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in</a:t>
            </a:r>
            <a:r>
              <a:rPr sz="2800" spc="-4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a</a:t>
            </a:r>
            <a:r>
              <a:rPr sz="2800" spc="-4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003366"/>
                </a:solidFill>
                <a:latin typeface="Arial"/>
                <a:cs typeface="Arial"/>
              </a:rPr>
              <a:t>cook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book</a:t>
            </a:r>
            <a:r>
              <a:rPr sz="2800" spc="-4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~</a:t>
            </a:r>
            <a:r>
              <a:rPr sz="2800" spc="-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a</a:t>
            </a:r>
            <a:r>
              <a:rPr sz="2800" spc="-4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03366"/>
                </a:solidFill>
                <a:latin typeface="Arial"/>
                <a:cs typeface="Arial"/>
              </a:rPr>
              <a:t>step-by-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step</a:t>
            </a:r>
            <a:r>
              <a:rPr sz="2800" spc="-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set</a:t>
            </a:r>
            <a:r>
              <a:rPr sz="2800" spc="-5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of</a:t>
            </a:r>
            <a:r>
              <a:rPr sz="2800" spc="-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instructions</a:t>
            </a:r>
            <a:r>
              <a:rPr sz="2800" spc="-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03366"/>
                </a:solidFill>
                <a:latin typeface="Arial"/>
                <a:cs typeface="Arial"/>
              </a:rPr>
              <a:t>for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the</a:t>
            </a:r>
            <a:r>
              <a:rPr sz="2800" spc="-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computer</a:t>
            </a:r>
            <a:r>
              <a:rPr sz="2800" spc="-6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to</a:t>
            </a:r>
            <a:r>
              <a:rPr sz="2800" spc="-6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03366"/>
                </a:solidFill>
                <a:latin typeface="Arial"/>
                <a:cs typeface="Arial"/>
              </a:rPr>
              <a:t>follow.</a:t>
            </a:r>
            <a:endParaRPr sz="2800" dirty="0">
              <a:latin typeface="Arial"/>
              <a:cs typeface="Arial"/>
            </a:endParaRPr>
          </a:p>
          <a:p>
            <a:pPr marL="354965" marR="788670" indent="-342900">
              <a:spcBef>
                <a:spcPts val="675"/>
              </a:spcBef>
              <a:buSzPct val="75000"/>
              <a:buFont typeface="Wingdings"/>
              <a:buChar char=""/>
              <a:tabLst>
                <a:tab pos="354965" algn="l"/>
              </a:tabLst>
            </a:pP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A</a:t>
            </a:r>
            <a:r>
              <a:rPr sz="2800" spc="-5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program</a:t>
            </a:r>
            <a:r>
              <a:rPr sz="2800" spc="-3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is</a:t>
            </a:r>
            <a:r>
              <a:rPr sz="2800" spc="-4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written</a:t>
            </a:r>
            <a:r>
              <a:rPr sz="2800" spc="-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in</a:t>
            </a:r>
            <a:r>
              <a:rPr sz="2800" spc="-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a</a:t>
            </a:r>
            <a:r>
              <a:rPr sz="2800" spc="-4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03366"/>
                </a:solidFill>
                <a:latin typeface="Arial"/>
                <a:cs typeface="Arial"/>
              </a:rPr>
              <a:t>programming language.</a:t>
            </a:r>
            <a:endParaRPr sz="2800" dirty="0">
              <a:latin typeface="Arial"/>
              <a:cs typeface="Arial"/>
            </a:endParaRPr>
          </a:p>
          <a:p>
            <a:pPr marL="354965" indent="-342265">
              <a:spcBef>
                <a:spcPts val="675"/>
              </a:spcBef>
              <a:buSzPct val="75000"/>
              <a:buFont typeface="Wingdings"/>
              <a:buChar char=""/>
              <a:tabLst>
                <a:tab pos="354965" algn="l"/>
              </a:tabLst>
            </a:pP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So</a:t>
            </a:r>
            <a:r>
              <a:rPr sz="2800" spc="-5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how</a:t>
            </a:r>
            <a:r>
              <a:rPr sz="2800" spc="-3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exactly</a:t>
            </a:r>
            <a:r>
              <a:rPr sz="2800" spc="-6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do</a:t>
            </a:r>
            <a:r>
              <a:rPr sz="2800" spc="-4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we</a:t>
            </a:r>
            <a:r>
              <a:rPr sz="2800" spc="-3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66"/>
                </a:solidFill>
                <a:latin typeface="Arial"/>
                <a:cs typeface="Arial"/>
              </a:rPr>
              <a:t>do</a:t>
            </a:r>
            <a:r>
              <a:rPr sz="2800" spc="-4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03366"/>
                </a:solidFill>
                <a:latin typeface="Arial"/>
                <a:cs typeface="Arial"/>
              </a:rPr>
              <a:t>that?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744176"/>
            <a:ext cx="10515600" cy="567463"/>
          </a:xfrm>
          <a:prstGeom prst="rect">
            <a:avLst/>
          </a:prstGeom>
        </p:spPr>
        <p:txBody>
          <a:bodyPr vert="horz" wrap="square" lIns="0" tIns="74295" rIns="0" bIns="0" rtlCol="0" anchor="ctr">
            <a:spAutoFit/>
          </a:bodyPr>
          <a:lstStyle/>
          <a:p>
            <a:pPr marL="1778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Natural</a:t>
            </a:r>
            <a:r>
              <a:rPr sz="3200" spc="-30" dirty="0"/>
              <a:t> </a:t>
            </a:r>
            <a:r>
              <a:rPr sz="3200" dirty="0"/>
              <a:t>VS.</a:t>
            </a:r>
            <a:r>
              <a:rPr sz="3200" spc="-15" dirty="0"/>
              <a:t> </a:t>
            </a:r>
            <a:r>
              <a:rPr sz="3200" dirty="0"/>
              <a:t>Programming</a:t>
            </a:r>
            <a:r>
              <a:rPr sz="3200" spc="-30" dirty="0"/>
              <a:t> </a:t>
            </a:r>
            <a:r>
              <a:rPr sz="3200" spc="-10" dirty="0"/>
              <a:t>Language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0134600" y="6374317"/>
            <a:ext cx="2743200" cy="32919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8100">
              <a:lnSpc>
                <a:spcPts val="2975"/>
              </a:lnSpc>
            </a:pPr>
            <a:fld id="{81D60167-4931-47E6-BA6A-407CBD079E47}" type="slidenum">
              <a:rPr spc="-25" dirty="0"/>
              <a:pPr marL="38100">
                <a:lnSpc>
                  <a:spcPts val="2975"/>
                </a:lnSpc>
              </a:pPr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898394" y="2388235"/>
            <a:ext cx="7049770" cy="2806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6100" marR="1035050" indent="-533400">
              <a:spcBef>
                <a:spcPts val="100"/>
              </a:spcBef>
              <a:buSzPct val="75000"/>
              <a:buChar char="–"/>
              <a:tabLst>
                <a:tab pos="546100" algn="l"/>
              </a:tabLst>
            </a:pP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Programming</a:t>
            </a:r>
            <a:r>
              <a:rPr sz="2400" spc="-9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languages</a:t>
            </a:r>
            <a:r>
              <a:rPr sz="2400" spc="-6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are</a:t>
            </a:r>
            <a:r>
              <a:rPr sz="2400" spc="-11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like</a:t>
            </a:r>
            <a:r>
              <a:rPr sz="2400" spc="-8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3366"/>
                </a:solidFill>
                <a:latin typeface="Arial"/>
                <a:cs typeface="Arial"/>
              </a:rPr>
              <a:t>spoken languages.</a:t>
            </a:r>
            <a:endParaRPr sz="2400">
              <a:latin typeface="Arial"/>
              <a:cs typeface="Arial"/>
            </a:endParaRPr>
          </a:p>
          <a:p>
            <a:pPr marL="546100" marR="5080" indent="-533400">
              <a:spcBef>
                <a:spcPts val="575"/>
              </a:spcBef>
              <a:buSzPct val="75000"/>
              <a:buChar char="–"/>
              <a:tabLst>
                <a:tab pos="546100" algn="l"/>
              </a:tabLst>
            </a:pP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They</a:t>
            </a:r>
            <a:r>
              <a:rPr sz="2400" spc="-10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have</a:t>
            </a:r>
            <a:r>
              <a:rPr sz="2400" spc="-8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u="sng" dirty="0">
                <a:solidFill>
                  <a:srgbClr val="003366"/>
                </a:solidFill>
                <a:uFill>
                  <a:solidFill>
                    <a:srgbClr val="003366"/>
                  </a:solidFill>
                </a:uFill>
                <a:latin typeface="Arial"/>
                <a:cs typeface="Arial"/>
              </a:rPr>
              <a:t>syntax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,</a:t>
            </a:r>
            <a:r>
              <a:rPr sz="2400" spc="-10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u="sng" dirty="0">
                <a:solidFill>
                  <a:srgbClr val="003366"/>
                </a:solidFill>
                <a:uFill>
                  <a:solidFill>
                    <a:srgbClr val="003366"/>
                  </a:solidFill>
                </a:uFill>
                <a:latin typeface="Arial"/>
                <a:cs typeface="Arial"/>
              </a:rPr>
              <a:t>semantics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,</a:t>
            </a:r>
            <a:r>
              <a:rPr sz="2400" spc="-9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u="sng" dirty="0">
                <a:solidFill>
                  <a:srgbClr val="003366"/>
                </a:solidFill>
                <a:uFill>
                  <a:solidFill>
                    <a:srgbClr val="003366"/>
                  </a:solidFill>
                </a:uFill>
                <a:latin typeface="Arial"/>
                <a:cs typeface="Arial"/>
              </a:rPr>
              <a:t>vocabularies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,</a:t>
            </a:r>
            <a:r>
              <a:rPr sz="2400" spc="-7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003366"/>
                </a:solidFill>
                <a:latin typeface="Arial"/>
                <a:cs typeface="Arial"/>
              </a:rPr>
              <a:t>and </a:t>
            </a:r>
            <a:r>
              <a:rPr sz="2400" u="sng" spc="-10" dirty="0">
                <a:solidFill>
                  <a:srgbClr val="003366"/>
                </a:solidFill>
                <a:uFill>
                  <a:solidFill>
                    <a:srgbClr val="003366"/>
                  </a:solidFill>
                </a:uFill>
                <a:latin typeface="Arial"/>
                <a:cs typeface="Arial"/>
              </a:rPr>
              <a:t>grammars</a:t>
            </a:r>
            <a:r>
              <a:rPr sz="2400" spc="-10" dirty="0">
                <a:solidFill>
                  <a:srgbClr val="003366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546100" marR="744855" indent="-533400">
              <a:spcBef>
                <a:spcPts val="580"/>
              </a:spcBef>
              <a:buSzPct val="75000"/>
              <a:buChar char="–"/>
              <a:tabLst>
                <a:tab pos="546100" algn="l"/>
              </a:tabLst>
            </a:pP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Programming</a:t>
            </a:r>
            <a:r>
              <a:rPr sz="2400" spc="-12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languages</a:t>
            </a:r>
            <a:r>
              <a:rPr sz="2400" spc="-8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are</a:t>
            </a:r>
            <a:r>
              <a:rPr sz="2400" spc="-13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developed</a:t>
            </a:r>
            <a:r>
              <a:rPr sz="2400" spc="-9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003366"/>
                </a:solidFill>
                <a:latin typeface="Arial"/>
                <a:cs typeface="Arial"/>
              </a:rPr>
              <a:t>by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people</a:t>
            </a:r>
            <a:r>
              <a:rPr sz="2400" spc="-3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for</a:t>
            </a:r>
            <a:r>
              <a:rPr sz="2400" spc="-4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a</a:t>
            </a:r>
            <a:r>
              <a:rPr sz="2400" spc="-6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specific</a:t>
            </a:r>
            <a:r>
              <a:rPr sz="2400" spc="-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3366"/>
                </a:solidFill>
                <a:latin typeface="Arial"/>
                <a:cs typeface="Arial"/>
              </a:rPr>
              <a:t>purpose.</a:t>
            </a:r>
            <a:endParaRPr sz="2400">
              <a:latin typeface="Arial"/>
              <a:cs typeface="Arial"/>
            </a:endParaRPr>
          </a:p>
          <a:p>
            <a:pPr marL="545465" indent="-532765">
              <a:spcBef>
                <a:spcPts val="575"/>
              </a:spcBef>
              <a:buSzPct val="75000"/>
              <a:buChar char="–"/>
              <a:tabLst>
                <a:tab pos="545465" algn="l"/>
              </a:tabLst>
            </a:pP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They</a:t>
            </a:r>
            <a:r>
              <a:rPr sz="2400" spc="-6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are</a:t>
            </a:r>
            <a:r>
              <a:rPr sz="2400" spc="-5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more</a:t>
            </a:r>
            <a:r>
              <a:rPr sz="2400" spc="-6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6"/>
                </a:solidFill>
                <a:latin typeface="Arial"/>
                <a:cs typeface="Arial"/>
              </a:rPr>
              <a:t>like</a:t>
            </a:r>
            <a:r>
              <a:rPr sz="2400" spc="-4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3366"/>
                </a:solidFill>
                <a:latin typeface="Arial"/>
                <a:cs typeface="Arial"/>
              </a:rPr>
              <a:t>professional</a:t>
            </a:r>
            <a:r>
              <a:rPr sz="2400" spc="-4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3366"/>
                </a:solidFill>
                <a:latin typeface="Arial"/>
                <a:cs typeface="Arial"/>
              </a:rPr>
              <a:t>jargons.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87437-0334-4802-5F06-048815230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558" y="187507"/>
            <a:ext cx="10645158" cy="1036079"/>
          </a:xfrm>
        </p:spPr>
        <p:txBody>
          <a:bodyPr/>
          <a:lstStyle/>
          <a:p>
            <a:r>
              <a:rPr lang="en-GB" dirty="0"/>
              <a:t>Why Python?</a:t>
            </a: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9169296-D04C-3172-F1A2-BF97355BFC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231134"/>
              </p:ext>
            </p:extLst>
          </p:nvPr>
        </p:nvGraphicFramePr>
        <p:xfrm>
          <a:off x="2032000" y="1460409"/>
          <a:ext cx="7223833" cy="46779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6483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E15FA4-F99E-8899-789F-E16468473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20" y="809146"/>
            <a:ext cx="10803715" cy="540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246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34A849-D27E-3990-E0EB-CE4AACF36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02" y="826177"/>
            <a:ext cx="10718061" cy="5205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758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E0C36-6A0D-7D2A-170B-17974AB53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Double-click the .exe/.</a:t>
            </a:r>
            <a:r>
              <a:rPr lang="en-GB" dirty="0" err="1"/>
              <a:t>pkg</a:t>
            </a:r>
            <a:r>
              <a:rPr lang="en-GB" dirty="0"/>
              <a:t> file you downloaded.</a:t>
            </a:r>
          </a:p>
          <a:p>
            <a:r>
              <a:rPr lang="en-GB" dirty="0"/>
              <a:t>Click Next to begin </a:t>
            </a:r>
            <a:r>
              <a:rPr lang="en-GB" dirty="0" err="1"/>
              <a:t>installation.Accept</a:t>
            </a:r>
            <a:r>
              <a:rPr lang="en-GB" dirty="0"/>
              <a:t> the license agreement.</a:t>
            </a:r>
          </a:p>
          <a:p>
            <a:r>
              <a:rPr lang="en-GB" dirty="0"/>
              <a:t>Choose Just Me (recommended).</a:t>
            </a:r>
          </a:p>
          <a:p>
            <a:r>
              <a:rPr lang="en-GB" dirty="0"/>
              <a:t>Keep the default install location.</a:t>
            </a:r>
          </a:p>
          <a:p>
            <a:r>
              <a:rPr lang="en-GB" dirty="0"/>
              <a:t> Leave the options as default (</a:t>
            </a:r>
            <a:r>
              <a:rPr lang="en-GB" b="1" dirty="0">
                <a:solidFill>
                  <a:srgbClr val="FF0000"/>
                </a:solidFill>
              </a:rPr>
              <a:t>do not check “Add Anaconda to PATH”</a:t>
            </a:r>
            <a:r>
              <a:rPr lang="en-GB" dirty="0"/>
              <a:t>).</a:t>
            </a:r>
          </a:p>
          <a:p>
            <a:r>
              <a:rPr lang="en-GB" dirty="0"/>
              <a:t>Click Install and wait until it finishes.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9718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7E0DD0-BEC7-DFE5-9CE3-88E20A6B8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095" y="223689"/>
            <a:ext cx="11055810" cy="641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900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955091-8F5F-F21D-7A31-6FE7E96D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54" y="598636"/>
            <a:ext cx="10031773" cy="566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637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5DAC2C-248B-BD4B-530C-214A91B02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52" y="559166"/>
            <a:ext cx="10645284" cy="585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85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435</Words>
  <Application>Microsoft Macintosh PowerPoint</Application>
  <PresentationFormat>Widescreen</PresentationFormat>
  <Paragraphs>56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Theme</vt:lpstr>
      <vt:lpstr>MSBA 605 Python for Analytics</vt:lpstr>
      <vt:lpstr>PowerPoint Presentation</vt:lpstr>
      <vt:lpstr>Computer</vt:lpstr>
      <vt:lpstr>Programming Language</vt:lpstr>
      <vt:lpstr>Programming Language</vt:lpstr>
      <vt:lpstr>Creating a Computer Program</vt:lpstr>
      <vt:lpstr>Natural VS. Programming Language</vt:lpstr>
      <vt:lpstr>Why Python?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madan rayguru</dc:creator>
  <cp:lastModifiedBy>Achara, Achara</cp:lastModifiedBy>
  <cp:revision>3</cp:revision>
  <dcterms:created xsi:type="dcterms:W3CDTF">2024-09-30T13:53:39Z</dcterms:created>
  <dcterms:modified xsi:type="dcterms:W3CDTF">2025-09-30T22:38:24Z</dcterms:modified>
</cp:coreProperties>
</file>